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4" r:id="rId1"/>
  </p:sldMasterIdLst>
  <p:notesMasterIdLst>
    <p:notesMasterId r:id="rId33"/>
  </p:notesMasterIdLst>
  <p:sldIdLst>
    <p:sldId id="256" r:id="rId2"/>
    <p:sldId id="258" r:id="rId3"/>
    <p:sldId id="290" r:id="rId4"/>
    <p:sldId id="291" r:id="rId5"/>
    <p:sldId id="257" r:id="rId6"/>
    <p:sldId id="294" r:id="rId7"/>
    <p:sldId id="295" r:id="rId8"/>
    <p:sldId id="262" r:id="rId9"/>
    <p:sldId id="292" r:id="rId10"/>
    <p:sldId id="296" r:id="rId11"/>
    <p:sldId id="265" r:id="rId12"/>
    <p:sldId id="266" r:id="rId13"/>
    <p:sldId id="301" r:id="rId14"/>
    <p:sldId id="282" r:id="rId15"/>
    <p:sldId id="277" r:id="rId16"/>
    <p:sldId id="289" r:id="rId17"/>
    <p:sldId id="267" r:id="rId18"/>
    <p:sldId id="268" r:id="rId19"/>
    <p:sldId id="297" r:id="rId20"/>
    <p:sldId id="286" r:id="rId21"/>
    <p:sldId id="288" r:id="rId22"/>
    <p:sldId id="287" r:id="rId23"/>
    <p:sldId id="298" r:id="rId24"/>
    <p:sldId id="299" r:id="rId25"/>
    <p:sldId id="278" r:id="rId26"/>
    <p:sldId id="284" r:id="rId27"/>
    <p:sldId id="269" r:id="rId28"/>
    <p:sldId id="272" r:id="rId29"/>
    <p:sldId id="279" r:id="rId30"/>
    <p:sldId id="280" r:id="rId31"/>
    <p:sldId id="281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04862"/>
    <a:srgbClr val="346394"/>
    <a:srgbClr val="156082"/>
    <a:srgbClr val="4A9BB5"/>
    <a:srgbClr val="DADBD5"/>
    <a:srgbClr val="A5B6BC"/>
    <a:srgbClr val="174C83"/>
    <a:srgbClr val="00236D"/>
    <a:srgbClr val="00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/>
          <a:lstStyle/>
          <a:p>
            <a:pPr>
              <a:defRPr/>
            </a:pPr>
            <a:r>
              <a:rPr lang="fr-FR"/>
              <a:t>Gantt prévisionnel — PFE (SEEG, 21/06 - 25/09/2026)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'Gantt PFE 2026'!$D$1</c:f>
              <c:strCache>
                <c:ptCount val="1"/>
                <c:pt idx="0">
                  <c:v>Date de début</c:v>
                </c:pt>
              </c:strCache>
            </c:strRef>
          </c:tx>
          <c:spPr>
            <a:noFill/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'Gantt PFE 2026'!$B$2:$B$12</c:f>
              <c:strCache>
                <c:ptCount val="11"/>
                <c:pt idx="0">
                  <c:v>Tâche 1</c:v>
                </c:pt>
                <c:pt idx="1">
                  <c:v>Tâche 2</c:v>
                </c:pt>
                <c:pt idx="2">
                  <c:v>Tâche 3</c:v>
                </c:pt>
                <c:pt idx="3">
                  <c:v>Tâche 4</c:v>
                </c:pt>
                <c:pt idx="4">
                  <c:v>Tâche 5</c:v>
                </c:pt>
                <c:pt idx="5">
                  <c:v>Tâche 6</c:v>
                </c:pt>
                <c:pt idx="6">
                  <c:v>Tâche 7</c:v>
                </c:pt>
                <c:pt idx="7">
                  <c:v>Tâche 8</c:v>
                </c:pt>
                <c:pt idx="8">
                  <c:v>Tâche 9</c:v>
                </c:pt>
                <c:pt idx="9">
                  <c:v>Tâche 10</c:v>
                </c:pt>
                <c:pt idx="10">
                  <c:v>Tâche 11</c:v>
                </c:pt>
              </c:strCache>
            </c:strRef>
          </c:cat>
          <c:val>
            <c:numRef>
              <c:f>'Gantt PFE 2026'!$D$2:$D$12</c:f>
              <c:numCache>
                <c:formatCode>m/d/yyyy</c:formatCode>
                <c:ptCount val="11"/>
                <c:pt idx="0">
                  <c:v>46194</c:v>
                </c:pt>
                <c:pt idx="1">
                  <c:v>46208</c:v>
                </c:pt>
                <c:pt idx="2">
                  <c:v>46222</c:v>
                </c:pt>
                <c:pt idx="3">
                  <c:v>46229</c:v>
                </c:pt>
                <c:pt idx="4">
                  <c:v>46243</c:v>
                </c:pt>
                <c:pt idx="5">
                  <c:v>46250</c:v>
                </c:pt>
                <c:pt idx="6">
                  <c:v>46257</c:v>
                </c:pt>
                <c:pt idx="7">
                  <c:v>46264</c:v>
                </c:pt>
                <c:pt idx="8">
                  <c:v>46271</c:v>
                </c:pt>
                <c:pt idx="9">
                  <c:v>46278</c:v>
                </c:pt>
                <c:pt idx="10">
                  <c:v>46285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3-40E5-A606-4FECD98E3273}"/>
            </c:ext>
          </c:extLst>
        </c:ser>
        <c:ser>
          <c:idx val="1"/>
          <c:order val="1"/>
          <c:tx>
            <c:strRef>
              <c:f>'Gantt PFE 2026'!$E$1</c:f>
              <c:strCache>
                <c:ptCount val="1"/>
                <c:pt idx="0">
                  <c:v>Durée (jours)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0AD47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2-E693-40E5-A606-4FECD98E3273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4-E693-40E5-A606-4FECD98E3273}"/>
              </c:ext>
            </c:extLst>
          </c:dPt>
          <c:dPt>
            <c:idx val="2"/>
            <c:invertIfNegative val="0"/>
            <c:bubble3D val="0"/>
            <c:spPr>
              <a:solidFill>
                <a:srgbClr val="ED7D3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6-E693-40E5-A606-4FECD98E3273}"/>
              </c:ext>
            </c:extLst>
          </c:dPt>
          <c:dPt>
            <c:idx val="3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8-E693-40E5-A606-4FECD98E3273}"/>
              </c:ext>
            </c:extLst>
          </c:dPt>
          <c:dPt>
            <c:idx val="4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A-E693-40E5-A606-4FECD98E3273}"/>
              </c:ext>
            </c:extLst>
          </c:dPt>
          <c:dPt>
            <c:idx val="5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C-E693-40E5-A606-4FECD98E3273}"/>
              </c:ext>
            </c:extLst>
          </c:dPt>
          <c:dPt>
            <c:idx val="6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E-E693-40E5-A606-4FECD98E3273}"/>
              </c:ext>
            </c:extLst>
          </c:dPt>
          <c:dPt>
            <c:idx val="7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0-E693-40E5-A606-4FECD98E3273}"/>
              </c:ext>
            </c:extLst>
          </c:dPt>
          <c:dPt>
            <c:idx val="8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2-E693-40E5-A606-4FECD98E3273}"/>
              </c:ext>
            </c:extLst>
          </c:dPt>
          <c:dPt>
            <c:idx val="9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4-E693-40E5-A606-4FECD98E3273}"/>
              </c:ext>
            </c:extLst>
          </c:dPt>
          <c:dPt>
            <c:idx val="10"/>
            <c:invertIfNegative val="0"/>
            <c:bubble3D val="0"/>
            <c:spPr>
              <a:solidFill>
                <a:srgbClr val="4472C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16-E693-40E5-A606-4FECD98E3273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'Gantt PFE 2026'!$B$2:$B$12</c:f>
              <c:strCache>
                <c:ptCount val="11"/>
                <c:pt idx="0">
                  <c:v>Tâche 1</c:v>
                </c:pt>
                <c:pt idx="1">
                  <c:v>Tâche 2</c:v>
                </c:pt>
                <c:pt idx="2">
                  <c:v>Tâche 3</c:v>
                </c:pt>
                <c:pt idx="3">
                  <c:v>Tâche 4</c:v>
                </c:pt>
                <c:pt idx="4">
                  <c:v>Tâche 5</c:v>
                </c:pt>
                <c:pt idx="5">
                  <c:v>Tâche 6</c:v>
                </c:pt>
                <c:pt idx="6">
                  <c:v>Tâche 7</c:v>
                </c:pt>
                <c:pt idx="7">
                  <c:v>Tâche 8</c:v>
                </c:pt>
                <c:pt idx="8">
                  <c:v>Tâche 9</c:v>
                </c:pt>
                <c:pt idx="9">
                  <c:v>Tâche 10</c:v>
                </c:pt>
                <c:pt idx="10">
                  <c:v>Tâche 11</c:v>
                </c:pt>
              </c:strCache>
            </c:strRef>
          </c:cat>
          <c:val>
            <c:numRef>
              <c:f>'Gantt PFE 2026'!$E$2:$E$12</c:f>
              <c:numCache>
                <c:formatCode>General</c:formatCode>
                <c:ptCount val="11"/>
                <c:pt idx="0">
                  <c:v>14</c:v>
                </c:pt>
                <c:pt idx="1">
                  <c:v>14</c:v>
                </c:pt>
                <c:pt idx="2">
                  <c:v>7</c:v>
                </c:pt>
                <c:pt idx="3">
                  <c:v>14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8</c:v>
                </c:pt>
                <c:pt idx="9">
                  <c:v>7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E693-40E5-A606-4FECD98E32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1184234"/>
        <c:axId val="86088100"/>
      </c:barChart>
      <c:catAx>
        <c:axId val="3118423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crossAx val="86088100"/>
        <c:crosses val="autoZero"/>
        <c:auto val="1"/>
        <c:lblAlgn val="ctr"/>
        <c:lblOffset val="100"/>
        <c:noMultiLvlLbl val="0"/>
      </c:catAx>
      <c:valAx>
        <c:axId val="86088100"/>
        <c:scaling>
          <c:orientation val="minMax"/>
        </c:scaling>
        <c:delete val="0"/>
        <c:axPos val="b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dd/mm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crossAx val="31184234"/>
        <c:crosses val="max"/>
        <c:crossBetween val="between"/>
      </c:valAx>
      <c:spPr>
        <a:noFill/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fr-FR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70CD83-06D8-49E9-B6BB-8C6E7AA86162}" type="doc">
      <dgm:prSet loTypeId="urn:microsoft.com/office/officeart/2005/8/layout/orgChart1" loCatId="hierarchy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7804139B-5EF4-4F88-A758-94D659F2DB77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ADMINISTRATEUR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DIRECTEUR GENERAL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434CB5-47A0-49F5-BF5E-3255F6DF7966}" type="parTrans" cxnId="{B1CAF31E-75A4-4E14-8E37-6C14DF83CB85}">
      <dgm:prSet/>
      <dgm:spPr/>
      <dgm:t>
        <a:bodyPr/>
        <a:lstStyle/>
        <a:p>
          <a:endParaRPr lang="fr-FR"/>
        </a:p>
      </dgm:t>
    </dgm:pt>
    <dgm:pt modelId="{D333BB9C-8BF0-4D94-B12D-B3B5AC27B98F}" type="sibTrans" cxnId="{B1CAF31E-75A4-4E14-8E37-6C14DF83CB85}">
      <dgm:prSet/>
      <dgm:spPr/>
      <dgm:t>
        <a:bodyPr/>
        <a:lstStyle/>
        <a:p>
          <a:endParaRPr lang="fr-FR"/>
        </a:p>
      </dgm:t>
    </dgm:pt>
    <dgm:pt modelId="{DF76F2FD-7402-4535-B4CC-FF88A0F19B27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ELECTRICITE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D3DA63-385F-4228-A52A-E568C4BD156F}" type="parTrans" cxnId="{D126164D-F5B5-4633-BC0B-6D3B7417C457}">
      <dgm:prSet/>
      <dgm:spPr/>
      <dgm:t>
        <a:bodyPr/>
        <a:lstStyle/>
        <a:p>
          <a:endParaRPr lang="fr-FR"/>
        </a:p>
      </dgm:t>
    </dgm:pt>
    <dgm:pt modelId="{84A6E21A-0CE5-4FFA-B220-26C5050D3FA6}" type="sibTrans" cxnId="{D126164D-F5B5-4633-BC0B-6D3B7417C457}">
      <dgm:prSet/>
      <dgm:spPr/>
      <dgm:t>
        <a:bodyPr/>
        <a:lstStyle/>
        <a:p>
          <a:endParaRPr lang="fr-FR"/>
        </a:p>
      </dgm:t>
    </dgm:pt>
    <dgm:pt modelId="{89E87143-79C2-4C6F-AAC7-72C567E6B7BF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EAU 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E69BA1-F1BA-4852-9F7D-684BFAC23226}" type="parTrans" cxnId="{CAE93C86-5E6F-406B-81FD-1FEA49B9426B}">
      <dgm:prSet/>
      <dgm:spPr/>
      <dgm:t>
        <a:bodyPr/>
        <a:lstStyle/>
        <a:p>
          <a:endParaRPr lang="fr-FR"/>
        </a:p>
      </dgm:t>
    </dgm:pt>
    <dgm:pt modelId="{7B8A156B-990D-4058-81B0-D715CF54DA3C}" type="sibTrans" cxnId="{CAE93C86-5E6F-406B-81FD-1FEA49B9426B}">
      <dgm:prSet/>
      <dgm:spPr/>
      <dgm:t>
        <a:bodyPr/>
        <a:lstStyle/>
        <a:p>
          <a:endParaRPr lang="fr-FR"/>
        </a:p>
      </dgm:t>
    </dgm:pt>
    <dgm:pt modelId="{1CB39220-8DE8-4B17-BEB7-5CB34355350A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SUPPORT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9EA839-8D69-460C-B00E-0024505CA3B4}" type="parTrans" cxnId="{DC48119B-B2F2-46A1-BE24-80593EFD0E3F}">
      <dgm:prSet/>
      <dgm:spPr/>
      <dgm:t>
        <a:bodyPr/>
        <a:lstStyle/>
        <a:p>
          <a:endParaRPr lang="fr-FR"/>
        </a:p>
      </dgm:t>
    </dgm:pt>
    <dgm:pt modelId="{9F4DCD2D-C303-4441-B535-B4601102BDAB}" type="sibTrans" cxnId="{DC48119B-B2F2-46A1-BE24-80593EFD0E3F}">
      <dgm:prSet/>
      <dgm:spPr/>
      <dgm:t>
        <a:bodyPr/>
        <a:lstStyle/>
        <a:p>
          <a:endParaRPr lang="fr-FR"/>
        </a:p>
      </dgm:t>
    </dgm:pt>
    <dgm:pt modelId="{1F7505BF-96DD-408F-A361-F60EFCA4EFDD}" type="asst">
      <dgm:prSet phldrT="[Texte]" custT="1"/>
      <dgm:spPr/>
      <dgm:t>
        <a:bodyPr/>
        <a:lstStyle/>
        <a:p>
          <a:pPr>
            <a:buNone/>
          </a:pPr>
          <a:r>
            <a:rPr lang="fr-FR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DE L’AUDIT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i="1">
              <a:latin typeface="Times New Roman" panose="02020603050405020304" pitchFamily="18" charset="0"/>
              <a:cs typeface="Times New Roman" panose="02020603050405020304" pitchFamily="18" charset="0"/>
            </a:rPr>
            <a:t>ET DU CONTROL INTERNE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67D41F-AC27-439F-AC56-8C43D77C5A9E}" type="parTrans" cxnId="{150E99A1-AE1C-4E56-A5E2-1602110F05C6}">
      <dgm:prSet/>
      <dgm:spPr/>
      <dgm:t>
        <a:bodyPr/>
        <a:lstStyle/>
        <a:p>
          <a:endParaRPr lang="fr-FR"/>
        </a:p>
      </dgm:t>
    </dgm:pt>
    <dgm:pt modelId="{5564D1B7-18C8-4D95-9A3C-F29F36FDEF45}" type="sibTrans" cxnId="{150E99A1-AE1C-4E56-A5E2-1602110F05C6}">
      <dgm:prSet/>
      <dgm:spPr/>
      <dgm:t>
        <a:bodyPr/>
        <a:lstStyle/>
        <a:p>
          <a:endParaRPr lang="fr-FR"/>
        </a:p>
      </dgm:t>
    </dgm:pt>
    <dgm:pt modelId="{20D1B3BB-05CC-4448-BCB8-6A91B1BEA35B}">
      <dgm:prSet phldrT="[Texte]" custT="1"/>
      <dgm:spPr/>
      <dgm:t>
        <a:bodyPr/>
        <a:lstStyle/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POOL STRATEGIE, PLANIFICATION ET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PROSPECTIVES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923982-6CD5-4BC2-8A7C-5141EDAF6F19}" type="parTrans" cxnId="{08328563-057E-4B05-BDDB-CD410CBACA94}">
      <dgm:prSet/>
      <dgm:spPr/>
      <dgm:t>
        <a:bodyPr/>
        <a:lstStyle/>
        <a:p>
          <a:endParaRPr lang="fr-FR"/>
        </a:p>
      </dgm:t>
    </dgm:pt>
    <dgm:pt modelId="{8FFB306B-F88D-4339-A95A-631B655997F8}" type="sibTrans" cxnId="{08328563-057E-4B05-BDDB-CD410CBACA94}">
      <dgm:prSet/>
      <dgm:spPr/>
      <dgm:t>
        <a:bodyPr/>
        <a:lstStyle/>
        <a:p>
          <a:endParaRPr lang="fr-FR"/>
        </a:p>
      </dgm:t>
    </dgm:pt>
    <dgm:pt modelId="{4DCF0CFE-43F8-425E-AC2B-BD4679B2C994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CABINET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ADMINISTRATEUR GENERAL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2F4B2E-8B5D-484E-BF97-D66AD44EDC89}" type="parTrans" cxnId="{425AC64D-FD3B-4625-AD94-C145B2B981B7}">
      <dgm:prSet/>
      <dgm:spPr/>
      <dgm:t>
        <a:bodyPr/>
        <a:lstStyle/>
        <a:p>
          <a:endParaRPr lang="fr-FR"/>
        </a:p>
      </dgm:t>
    </dgm:pt>
    <dgm:pt modelId="{88E6A43A-EC3C-403F-A689-5F0A553E9861}" type="sibTrans" cxnId="{425AC64D-FD3B-4625-AD94-C145B2B981B7}">
      <dgm:prSet/>
      <dgm:spPr/>
      <dgm:t>
        <a:bodyPr/>
        <a:lstStyle/>
        <a:p>
          <a:endParaRPr lang="fr-FR"/>
        </a:p>
      </dgm:t>
    </dgm:pt>
    <dgm:pt modelId="{9098EC6A-5F44-4CB3-BC9D-0AEF81B10507}" type="asst">
      <dgm:prSet phldrT="[Texte]" custT="1"/>
      <dgm:spPr/>
      <dgm:t>
        <a:bodyPr/>
        <a:lstStyle/>
        <a:p>
          <a:pPr>
            <a:buNone/>
          </a:pPr>
          <a:r>
            <a:rPr lang="fr-FR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JURIDIQUE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i="1">
              <a:latin typeface="Times New Roman" panose="02020603050405020304" pitchFamily="18" charset="0"/>
              <a:cs typeface="Times New Roman" panose="02020603050405020304" pitchFamily="18" charset="0"/>
            </a:rPr>
            <a:t>COMMUNICATION &amp; RSE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79A582-C9A4-4DB1-B7AF-9D64FF102105}" type="parTrans" cxnId="{317D855F-DFB2-40FE-98B5-DA6DF9E7B6EB}">
      <dgm:prSet/>
      <dgm:spPr/>
      <dgm:t>
        <a:bodyPr/>
        <a:lstStyle/>
        <a:p>
          <a:endParaRPr lang="fr-FR"/>
        </a:p>
      </dgm:t>
    </dgm:pt>
    <dgm:pt modelId="{483FF5B0-5834-4F9E-9114-0F83542A1234}" type="sibTrans" cxnId="{317D855F-DFB2-40FE-98B5-DA6DF9E7B6EB}">
      <dgm:prSet/>
      <dgm:spPr/>
      <dgm:t>
        <a:bodyPr/>
        <a:lstStyle/>
        <a:p>
          <a:endParaRPr lang="fr-FR"/>
        </a:p>
      </dgm:t>
    </dgm:pt>
    <dgm:pt modelId="{DB4367A7-CEBA-4D58-ADA1-3D0ADEC86F23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TECHNIQUE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0175A9-126B-4290-9511-5F87EBF2B7BD}" type="parTrans" cxnId="{8D470941-A39E-410C-AE49-AEC04A51D207}">
      <dgm:prSet/>
      <dgm:spPr/>
      <dgm:t>
        <a:bodyPr/>
        <a:lstStyle/>
        <a:p>
          <a:endParaRPr lang="fr-FR"/>
        </a:p>
      </dgm:t>
    </dgm:pt>
    <dgm:pt modelId="{BE6EB2B5-502C-4960-9BC2-47F9BA6D9074}" type="sibTrans" cxnId="{8D470941-A39E-410C-AE49-AEC04A51D207}">
      <dgm:prSet/>
      <dgm:spPr/>
      <dgm:t>
        <a:bodyPr/>
        <a:lstStyle/>
        <a:p>
          <a:endParaRPr lang="fr-FR"/>
        </a:p>
      </dgm:t>
    </dgm:pt>
    <dgm:pt modelId="{9E00E502-368A-4F16-B2A3-8B458C37478E}">
      <dgm:prSet phldrT="[Texte]" custT="1"/>
      <dgm:spPr/>
      <dgm:t>
        <a:bodyPr/>
        <a:lstStyle/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EXPLOITATION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042D8E-BB46-4A31-B09B-DB5681CF6B6C}" type="parTrans" cxnId="{17812F6E-D561-4D04-ACAA-D211D1659B19}">
      <dgm:prSet/>
      <dgm:spPr/>
      <dgm:t>
        <a:bodyPr/>
        <a:lstStyle/>
        <a:p>
          <a:endParaRPr lang="fr-FR"/>
        </a:p>
      </dgm:t>
    </dgm:pt>
    <dgm:pt modelId="{66C5AC46-3FDF-4583-B621-B22CA285DB73}" type="sibTrans" cxnId="{17812F6E-D561-4D04-ACAA-D211D1659B19}">
      <dgm:prSet/>
      <dgm:spPr/>
      <dgm:t>
        <a:bodyPr/>
        <a:lstStyle/>
        <a:p>
          <a:endParaRPr lang="fr-FR"/>
        </a:p>
      </dgm:t>
    </dgm:pt>
    <dgm:pt modelId="{25638ACB-0D08-44DD-ADCC-93E7C92D115A}" type="asst">
      <dgm:prSet phldrT="[Texte]" custT="1"/>
      <dgm:spPr/>
      <dgm:t>
        <a:bodyPr/>
        <a:lstStyle/>
        <a:p>
          <a:pPr>
            <a:buNone/>
          </a:pPr>
          <a:r>
            <a:rPr lang="fr-FR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DU SYSTÈME D'INFORMATION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E5E2CB-4EC6-41FC-9777-82220082DEB5}" type="parTrans" cxnId="{256D8678-0DBC-437D-BC12-3669C06BFB5D}">
      <dgm:prSet/>
      <dgm:spPr/>
      <dgm:t>
        <a:bodyPr/>
        <a:lstStyle/>
        <a:p>
          <a:endParaRPr lang="fr-FR"/>
        </a:p>
      </dgm:t>
    </dgm:pt>
    <dgm:pt modelId="{1BA62A81-6F8D-43F2-A4DD-4BB42568A794}" type="sibTrans" cxnId="{256D8678-0DBC-437D-BC12-3669C06BFB5D}">
      <dgm:prSet/>
      <dgm:spPr/>
      <dgm:t>
        <a:bodyPr/>
        <a:lstStyle/>
        <a:p>
          <a:endParaRPr lang="fr-FR"/>
        </a:p>
      </dgm:t>
    </dgm:pt>
    <dgm:pt modelId="{D6D2DB5A-08BD-47C6-A167-8CE39D952022}" type="asst">
      <dgm:prSet phldrT="[Texte]" custT="1"/>
      <dgm:spPr/>
      <dgm:t>
        <a:bodyPr/>
        <a:lstStyle/>
        <a:p>
          <a:pPr>
            <a:buNone/>
          </a:pPr>
          <a:r>
            <a:rPr lang="fr-FR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DIRECTION QUALITE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HYGIENE, SECURITE  &amp;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ENVIRONEMENT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557C52-3A12-4CFD-ABE6-711434F31F79}" type="parTrans" cxnId="{73A987BA-1F8F-4AEB-BA09-806A0F574A33}">
      <dgm:prSet/>
      <dgm:spPr/>
      <dgm:t>
        <a:bodyPr/>
        <a:lstStyle/>
        <a:p>
          <a:endParaRPr lang="fr-FR"/>
        </a:p>
      </dgm:t>
    </dgm:pt>
    <dgm:pt modelId="{B1BFD31C-3192-4854-937D-7F1EACF16BC2}" type="sibTrans" cxnId="{73A987BA-1F8F-4AEB-BA09-806A0F574A33}">
      <dgm:prSet/>
      <dgm:spPr/>
      <dgm:t>
        <a:bodyPr/>
        <a:lstStyle/>
        <a:p>
          <a:endParaRPr lang="fr-FR"/>
        </a:p>
      </dgm:t>
    </dgm:pt>
    <dgm:pt modelId="{58E04061-46AB-41E9-BD49-7D69F90EBE78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PRODUCTION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93B90A-0D2F-4750-B867-49270551E1BF}" type="parTrans" cxnId="{2B0BD0C6-9D3F-41F0-8623-A3613921EB8D}">
      <dgm:prSet/>
      <dgm:spPr/>
      <dgm:t>
        <a:bodyPr/>
        <a:lstStyle/>
        <a:p>
          <a:endParaRPr lang="fr-FR"/>
        </a:p>
      </dgm:t>
    </dgm:pt>
    <dgm:pt modelId="{F6F37610-750F-415C-93C2-862B7CD18FAD}" type="sibTrans" cxnId="{2B0BD0C6-9D3F-41F0-8623-A3613921EB8D}">
      <dgm:prSet/>
      <dgm:spPr/>
      <dgm:t>
        <a:bodyPr/>
        <a:lstStyle/>
        <a:p>
          <a:endParaRPr lang="fr-FR"/>
        </a:p>
      </dgm:t>
    </dgm:pt>
    <dgm:pt modelId="{0F6D6C6C-5720-41C8-AF57-29DA9B45AE1D}" type="asst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EXPLOITATION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9BB195-5A58-4D2E-B9A2-18CA568E4FDD}" type="parTrans" cxnId="{FAEA3CDE-130A-482B-93B6-0794C6277B08}">
      <dgm:prSet/>
      <dgm:spPr/>
      <dgm:t>
        <a:bodyPr/>
        <a:lstStyle/>
        <a:p>
          <a:endParaRPr lang="fr-FR"/>
        </a:p>
      </dgm:t>
    </dgm:pt>
    <dgm:pt modelId="{50D208E3-1B41-4912-A911-967EABA5F0E5}" type="sibTrans" cxnId="{FAEA3CDE-130A-482B-93B6-0794C6277B08}">
      <dgm:prSet/>
      <dgm:spPr/>
      <dgm:t>
        <a:bodyPr/>
        <a:lstStyle/>
        <a:p>
          <a:endParaRPr lang="fr-FR"/>
        </a:p>
      </dgm:t>
    </dgm:pt>
    <dgm:pt modelId="{3E8833D2-ADC3-446F-B5EA-9C6B09CC5FE7}" type="asst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TECHNIQUE </a:t>
          </a: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95ECBD-6932-4DB8-9DD5-69667EB6142E}" type="parTrans" cxnId="{E42BD96B-ACDE-41DD-8339-C166240D862B}">
      <dgm:prSet/>
      <dgm:spPr/>
      <dgm:t>
        <a:bodyPr/>
        <a:lstStyle/>
        <a:p>
          <a:endParaRPr lang="fr-FR"/>
        </a:p>
      </dgm:t>
    </dgm:pt>
    <dgm:pt modelId="{DCCCAFB0-6B32-48AA-AD33-78037CDFEBDC}" type="sibTrans" cxnId="{E42BD96B-ACDE-41DD-8339-C166240D862B}">
      <dgm:prSet/>
      <dgm:spPr/>
      <dgm:t>
        <a:bodyPr/>
        <a:lstStyle/>
        <a:p>
          <a:endParaRPr lang="fr-FR"/>
        </a:p>
      </dgm:t>
    </dgm:pt>
    <dgm:pt modelId="{E46EA358-8735-42E8-9F45-F690D7A8A261}">
      <dgm:prSet phldrT="[Texte]" custT="1"/>
      <dgm:spPr/>
      <dgm:t>
        <a:bodyPr/>
        <a:lstStyle/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TRANSPORT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ECF86E-C05F-4B96-97D5-EE361B15803F}" type="parTrans" cxnId="{666EB9AB-BF20-448E-BB82-5660D13A4546}">
      <dgm:prSet/>
      <dgm:spPr/>
      <dgm:t>
        <a:bodyPr/>
        <a:lstStyle/>
        <a:p>
          <a:endParaRPr lang="fr-FR"/>
        </a:p>
      </dgm:t>
    </dgm:pt>
    <dgm:pt modelId="{901B7A46-8774-474D-A92E-70BA06E33C0B}" type="sibTrans" cxnId="{666EB9AB-BF20-448E-BB82-5660D13A4546}">
      <dgm:prSet/>
      <dgm:spPr/>
      <dgm:t>
        <a:bodyPr/>
        <a:lstStyle/>
        <a:p>
          <a:endParaRPr lang="fr-FR"/>
        </a:p>
      </dgm:t>
    </dgm:pt>
    <dgm:pt modelId="{8C6D7F25-09E2-4589-83D0-7A436403566B}">
      <dgm:prSet phldrT="[Texte]" custT="1"/>
      <dgm:spPr/>
      <dgm:t>
        <a:bodyPr/>
        <a:lstStyle/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dirty="0">
              <a:latin typeface="Times New Roman" panose="02020603050405020304" pitchFamily="18" charset="0"/>
              <a:cs typeface="Times New Roman" panose="02020603050405020304" pitchFamily="18" charset="0"/>
            </a:rPr>
            <a:t>DISTRIBUTION</a:t>
          </a:r>
        </a:p>
      </dgm:t>
    </dgm:pt>
    <dgm:pt modelId="{79BB4B0C-90D4-4E52-8BF5-947F01F4C18C}" type="parTrans" cxnId="{A0F09333-DBFA-4800-B606-93BFFAEFB798}">
      <dgm:prSet/>
      <dgm:spPr/>
      <dgm:t>
        <a:bodyPr/>
        <a:lstStyle/>
        <a:p>
          <a:endParaRPr lang="fr-FR"/>
        </a:p>
      </dgm:t>
    </dgm:pt>
    <dgm:pt modelId="{B61D5A45-7EE6-444D-AAC6-C475BE1968A2}" type="sibTrans" cxnId="{A0F09333-DBFA-4800-B606-93BFFAEFB798}">
      <dgm:prSet/>
      <dgm:spPr/>
      <dgm:t>
        <a:bodyPr/>
        <a:lstStyle/>
        <a:p>
          <a:endParaRPr lang="fr-FR"/>
        </a:p>
      </dgm:t>
    </dgm:pt>
    <dgm:pt modelId="{567F68DA-1CAF-481B-9971-3D0CA9F5E4BD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 DU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CAPITAL HUMAIN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D2F9A8-9FDB-477F-9066-48D45F4AE06E}" type="parTrans" cxnId="{F0D239C7-63D4-4AB8-9885-3B886CFE2BFA}">
      <dgm:prSet/>
      <dgm:spPr/>
      <dgm:t>
        <a:bodyPr/>
        <a:lstStyle/>
        <a:p>
          <a:endParaRPr lang="fr-FR"/>
        </a:p>
      </dgm:t>
    </dgm:pt>
    <dgm:pt modelId="{5365AB29-3598-4BF9-B11A-8722896898AD}" type="sibTrans" cxnId="{F0D239C7-63D4-4AB8-9885-3B886CFE2BFA}">
      <dgm:prSet/>
      <dgm:spPr/>
      <dgm:t>
        <a:bodyPr/>
        <a:lstStyle/>
        <a:p>
          <a:endParaRPr lang="fr-FR"/>
        </a:p>
      </dgm:t>
    </dgm:pt>
    <dgm:pt modelId="{EC7BED2B-E54C-47D0-8290-8AC3F6BF3AFB}">
      <dgm:prSet phldrT="[Texte]" custT="1"/>
      <dgm:spPr/>
      <dgm:t>
        <a:bodyPr/>
        <a:lstStyle/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DIRECTION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COMMERCIAL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 dirty="0">
              <a:latin typeface="Times New Roman" panose="02020603050405020304" pitchFamily="18" charset="0"/>
              <a:cs typeface="Times New Roman" panose="02020603050405020304" pitchFamily="18" charset="0"/>
            </a:rPr>
            <a:t>&amp;</a:t>
          </a:r>
        </a:p>
        <a:p>
          <a:pPr>
            <a:buNone/>
          </a:pPr>
          <a:r>
            <a:rPr lang="en-US" sz="900" i="1" dirty="0">
              <a:latin typeface="Times New Roman" panose="02020603050405020304" pitchFamily="18" charset="0"/>
              <a:cs typeface="Times New Roman" panose="02020603050405020304" pitchFamily="18" charset="0"/>
            </a:rPr>
            <a:t>RECOUVREMENT </a:t>
          </a:r>
          <a:endParaRPr lang="fr-FR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EB8580-0175-4593-94A4-363A105A65E6}" type="parTrans" cxnId="{630B57FE-3DF5-442C-8C0D-33E28846DD59}">
      <dgm:prSet/>
      <dgm:spPr/>
      <dgm:t>
        <a:bodyPr/>
        <a:lstStyle/>
        <a:p>
          <a:endParaRPr lang="fr-FR"/>
        </a:p>
      </dgm:t>
    </dgm:pt>
    <dgm:pt modelId="{19778BF7-71E1-4224-8A44-8343EABA7123}" type="sibTrans" cxnId="{630B57FE-3DF5-442C-8C0D-33E28846DD59}">
      <dgm:prSet/>
      <dgm:spPr/>
      <dgm:t>
        <a:bodyPr/>
        <a:lstStyle/>
        <a:p>
          <a:endParaRPr lang="fr-FR"/>
        </a:p>
      </dgm:t>
    </dgm:pt>
    <dgm:pt modelId="{B1A17BD9-D30E-4244-A2C7-8B998B432867}">
      <dgm:prSet phldrT="[Texte]" custT="1"/>
      <dgm:spPr/>
      <dgm:t>
        <a:bodyPr/>
        <a:lstStyle/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DIRECTION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FINANCE 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None/>
          </a:pPr>
          <a:r>
            <a:rPr lang="fr-FR" sz="900">
              <a:latin typeface="Times New Roman" panose="02020603050405020304" pitchFamily="18" charset="0"/>
              <a:cs typeface="Times New Roman" panose="02020603050405020304" pitchFamily="18" charset="0"/>
            </a:rPr>
            <a:t>&amp;</a:t>
          </a:r>
        </a:p>
        <a:p>
          <a:pPr>
            <a:buNone/>
          </a:pPr>
          <a:r>
            <a:rPr lang="en-US" sz="900" i="1">
              <a:latin typeface="Times New Roman" panose="02020603050405020304" pitchFamily="18" charset="0"/>
              <a:cs typeface="Times New Roman" panose="02020603050405020304" pitchFamily="18" charset="0"/>
            </a:rPr>
            <a:t>COMPTABILITE</a:t>
          </a:r>
          <a:endParaRPr lang="fr-FR" sz="9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D75D56-C5B3-4987-9443-54BA1F62E4A7}" type="parTrans" cxnId="{BE2F5FD4-F203-45C1-80B5-16B6FB97A7CB}">
      <dgm:prSet/>
      <dgm:spPr/>
      <dgm:t>
        <a:bodyPr/>
        <a:lstStyle/>
        <a:p>
          <a:endParaRPr lang="fr-FR"/>
        </a:p>
      </dgm:t>
    </dgm:pt>
    <dgm:pt modelId="{54FF2A33-AC10-4F7F-92EF-98ED4CF0007F}" type="sibTrans" cxnId="{BE2F5FD4-F203-45C1-80B5-16B6FB97A7CB}">
      <dgm:prSet/>
      <dgm:spPr/>
      <dgm:t>
        <a:bodyPr/>
        <a:lstStyle/>
        <a:p>
          <a:endParaRPr lang="fr-FR"/>
        </a:p>
      </dgm:t>
    </dgm:pt>
    <dgm:pt modelId="{F6F30CF6-CA7F-441D-BBA4-DFDE8C0B6E96}" type="pres">
      <dgm:prSet presAssocID="{8E70CD83-06D8-49E9-B6BB-8C6E7AA8616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75E5332-22FE-43AD-BA22-625EBDCF4B7D}" type="pres">
      <dgm:prSet presAssocID="{4DCF0CFE-43F8-425E-AC2B-BD4679B2C994}" presName="hierRoot1" presStyleCnt="0">
        <dgm:presLayoutVars>
          <dgm:hierBranch val="init"/>
        </dgm:presLayoutVars>
      </dgm:prSet>
      <dgm:spPr/>
    </dgm:pt>
    <dgm:pt modelId="{5451BCEB-81C8-4256-AC10-1406EC8A6493}" type="pres">
      <dgm:prSet presAssocID="{4DCF0CFE-43F8-425E-AC2B-BD4679B2C994}" presName="rootComposite1" presStyleCnt="0"/>
      <dgm:spPr/>
    </dgm:pt>
    <dgm:pt modelId="{7456060D-BF10-4A33-B155-5705ACEDFC96}" type="pres">
      <dgm:prSet presAssocID="{4DCF0CFE-43F8-425E-AC2B-BD4679B2C994}" presName="rootText1" presStyleLbl="node0" presStyleIdx="0" presStyleCnt="3" custLinFactNeighborX="860">
        <dgm:presLayoutVars>
          <dgm:chPref val="3"/>
        </dgm:presLayoutVars>
      </dgm:prSet>
      <dgm:spPr/>
    </dgm:pt>
    <dgm:pt modelId="{03B07DF3-FC1C-4306-8991-8B7486EC9E34}" type="pres">
      <dgm:prSet presAssocID="{4DCF0CFE-43F8-425E-AC2B-BD4679B2C994}" presName="rootConnector1" presStyleLbl="node1" presStyleIdx="0" presStyleCnt="0"/>
      <dgm:spPr/>
    </dgm:pt>
    <dgm:pt modelId="{8A719BC4-1019-43DC-82D0-F4D31F95C434}" type="pres">
      <dgm:prSet presAssocID="{4DCF0CFE-43F8-425E-AC2B-BD4679B2C994}" presName="hierChild2" presStyleCnt="0"/>
      <dgm:spPr/>
    </dgm:pt>
    <dgm:pt modelId="{B231F01A-AA1C-4936-990B-A86DEBA7BA1C}" type="pres">
      <dgm:prSet presAssocID="{4DCF0CFE-43F8-425E-AC2B-BD4679B2C994}" presName="hierChild3" presStyleCnt="0"/>
      <dgm:spPr/>
    </dgm:pt>
    <dgm:pt modelId="{039663CE-AB2E-4BF1-8AA9-423E60D1ADAC}" type="pres">
      <dgm:prSet presAssocID="{7804139B-5EF4-4F88-A758-94D659F2DB77}" presName="hierRoot1" presStyleCnt="0">
        <dgm:presLayoutVars>
          <dgm:hierBranch val="init"/>
        </dgm:presLayoutVars>
      </dgm:prSet>
      <dgm:spPr/>
    </dgm:pt>
    <dgm:pt modelId="{D4F87CBE-472D-4F5C-9B19-02B22E26BC5E}" type="pres">
      <dgm:prSet presAssocID="{7804139B-5EF4-4F88-A758-94D659F2DB77}" presName="rootComposite1" presStyleCnt="0"/>
      <dgm:spPr/>
    </dgm:pt>
    <dgm:pt modelId="{6E214D47-B6D4-4FE2-83DB-1ADC047FF9DE}" type="pres">
      <dgm:prSet presAssocID="{7804139B-5EF4-4F88-A758-94D659F2DB77}" presName="rootText1" presStyleLbl="node0" presStyleIdx="1" presStyleCnt="3">
        <dgm:presLayoutVars>
          <dgm:chPref val="3"/>
        </dgm:presLayoutVars>
      </dgm:prSet>
      <dgm:spPr/>
    </dgm:pt>
    <dgm:pt modelId="{0D97CD2E-50AD-4578-90F3-AD420A435E30}" type="pres">
      <dgm:prSet presAssocID="{7804139B-5EF4-4F88-A758-94D659F2DB77}" presName="rootConnector1" presStyleLbl="node1" presStyleIdx="0" presStyleCnt="0"/>
      <dgm:spPr/>
    </dgm:pt>
    <dgm:pt modelId="{5468B6E1-341B-4189-9124-02366819BF02}" type="pres">
      <dgm:prSet presAssocID="{7804139B-5EF4-4F88-A758-94D659F2DB77}" presName="hierChild2" presStyleCnt="0"/>
      <dgm:spPr/>
    </dgm:pt>
    <dgm:pt modelId="{846F7CCE-0558-4ED0-B07D-1053DC353E3B}" type="pres">
      <dgm:prSet presAssocID="{40D3DA63-385F-4228-A52A-E568C4BD156F}" presName="Name37" presStyleLbl="parChTrans1D2" presStyleIdx="0" presStyleCnt="7"/>
      <dgm:spPr/>
    </dgm:pt>
    <dgm:pt modelId="{58705BE4-3A2B-4B2D-AC3F-CB198083C217}" type="pres">
      <dgm:prSet presAssocID="{DF76F2FD-7402-4535-B4CC-FF88A0F19B27}" presName="hierRoot2" presStyleCnt="0">
        <dgm:presLayoutVars>
          <dgm:hierBranch/>
        </dgm:presLayoutVars>
      </dgm:prSet>
      <dgm:spPr/>
    </dgm:pt>
    <dgm:pt modelId="{7AA4A764-334D-4948-9DE2-586096E33644}" type="pres">
      <dgm:prSet presAssocID="{DF76F2FD-7402-4535-B4CC-FF88A0F19B27}" presName="rootComposite" presStyleCnt="0"/>
      <dgm:spPr/>
    </dgm:pt>
    <dgm:pt modelId="{3CD0CC05-6949-4D32-93A4-9314D5D89E93}" type="pres">
      <dgm:prSet presAssocID="{DF76F2FD-7402-4535-B4CC-FF88A0F19B27}" presName="rootText" presStyleLbl="node2" presStyleIdx="0" presStyleCnt="3">
        <dgm:presLayoutVars>
          <dgm:chPref val="3"/>
        </dgm:presLayoutVars>
      </dgm:prSet>
      <dgm:spPr/>
    </dgm:pt>
    <dgm:pt modelId="{4BFCE55A-EE83-4291-ABB9-01B9B6F03E1D}" type="pres">
      <dgm:prSet presAssocID="{DF76F2FD-7402-4535-B4CC-FF88A0F19B27}" presName="rootConnector" presStyleLbl="node2" presStyleIdx="0" presStyleCnt="3"/>
      <dgm:spPr/>
    </dgm:pt>
    <dgm:pt modelId="{B69B3096-2AEE-46B5-9E6D-D460561B001E}" type="pres">
      <dgm:prSet presAssocID="{DF76F2FD-7402-4535-B4CC-FF88A0F19B27}" presName="hierChild4" presStyleCnt="0"/>
      <dgm:spPr/>
    </dgm:pt>
    <dgm:pt modelId="{644478C9-C1F7-42CA-BE7E-CEBC68298828}" type="pres">
      <dgm:prSet presAssocID="{7C042D8E-BB46-4A31-B09B-DB5681CF6B6C}" presName="Name35" presStyleLbl="parChTrans1D3" presStyleIdx="0" presStyleCnt="7"/>
      <dgm:spPr/>
    </dgm:pt>
    <dgm:pt modelId="{E31AFA12-C448-4372-9DC6-FA46D55CE02F}" type="pres">
      <dgm:prSet presAssocID="{9E00E502-368A-4F16-B2A3-8B458C37478E}" presName="hierRoot2" presStyleCnt="0">
        <dgm:presLayoutVars>
          <dgm:hierBranch val="init"/>
        </dgm:presLayoutVars>
      </dgm:prSet>
      <dgm:spPr/>
    </dgm:pt>
    <dgm:pt modelId="{3E6D40AA-07F3-4D5F-89F2-274DADE280EB}" type="pres">
      <dgm:prSet presAssocID="{9E00E502-368A-4F16-B2A3-8B458C37478E}" presName="rootComposite" presStyleCnt="0"/>
      <dgm:spPr/>
    </dgm:pt>
    <dgm:pt modelId="{AB184423-C41F-425D-B3E2-6455D293FFC5}" type="pres">
      <dgm:prSet presAssocID="{9E00E502-368A-4F16-B2A3-8B458C37478E}" presName="rootText" presStyleLbl="node3" presStyleIdx="0" presStyleCnt="5">
        <dgm:presLayoutVars>
          <dgm:chPref val="3"/>
        </dgm:presLayoutVars>
      </dgm:prSet>
      <dgm:spPr/>
    </dgm:pt>
    <dgm:pt modelId="{0EBB17DC-CABB-4756-A541-6AD09C738DF7}" type="pres">
      <dgm:prSet presAssocID="{9E00E502-368A-4F16-B2A3-8B458C37478E}" presName="rootConnector" presStyleLbl="node3" presStyleIdx="0" presStyleCnt="5"/>
      <dgm:spPr/>
    </dgm:pt>
    <dgm:pt modelId="{D084B50E-9588-43E0-8DF4-6BC1CDC50CAB}" type="pres">
      <dgm:prSet presAssocID="{9E00E502-368A-4F16-B2A3-8B458C37478E}" presName="hierChild4" presStyleCnt="0"/>
      <dgm:spPr/>
    </dgm:pt>
    <dgm:pt modelId="{79A7CCBF-70E4-4341-93D8-CBA10897ABAA}" type="pres">
      <dgm:prSet presAssocID="{9E00E502-368A-4F16-B2A3-8B458C37478E}" presName="hierChild5" presStyleCnt="0"/>
      <dgm:spPr/>
    </dgm:pt>
    <dgm:pt modelId="{FA8314F9-F180-4BB5-A8CC-A3FAF9390C30}" type="pres">
      <dgm:prSet presAssocID="{AC0175A9-126B-4290-9511-5F87EBF2B7BD}" presName="Name35" presStyleLbl="parChTrans1D3" presStyleIdx="1" presStyleCnt="7"/>
      <dgm:spPr/>
    </dgm:pt>
    <dgm:pt modelId="{7E3CE0CC-CDEB-4984-BC04-87AB05C5DA85}" type="pres">
      <dgm:prSet presAssocID="{DB4367A7-CEBA-4D58-ADA1-3D0ADEC86F23}" presName="hierRoot2" presStyleCnt="0">
        <dgm:presLayoutVars>
          <dgm:hierBranch/>
        </dgm:presLayoutVars>
      </dgm:prSet>
      <dgm:spPr/>
    </dgm:pt>
    <dgm:pt modelId="{C236C591-1676-4051-A3F9-315D79445610}" type="pres">
      <dgm:prSet presAssocID="{DB4367A7-CEBA-4D58-ADA1-3D0ADEC86F23}" presName="rootComposite" presStyleCnt="0"/>
      <dgm:spPr/>
    </dgm:pt>
    <dgm:pt modelId="{A0A7C005-0ED9-4EA4-AE36-56673D423B28}" type="pres">
      <dgm:prSet presAssocID="{DB4367A7-CEBA-4D58-ADA1-3D0ADEC86F23}" presName="rootText" presStyleLbl="node3" presStyleIdx="1" presStyleCnt="5">
        <dgm:presLayoutVars>
          <dgm:chPref val="3"/>
        </dgm:presLayoutVars>
      </dgm:prSet>
      <dgm:spPr/>
    </dgm:pt>
    <dgm:pt modelId="{FC68B37F-4CC4-49C5-8D24-BDC06297A1EE}" type="pres">
      <dgm:prSet presAssocID="{DB4367A7-CEBA-4D58-ADA1-3D0ADEC86F23}" presName="rootConnector" presStyleLbl="node3" presStyleIdx="1" presStyleCnt="5"/>
      <dgm:spPr/>
    </dgm:pt>
    <dgm:pt modelId="{F3022E7C-ADEC-4DB1-A8A6-F40EE7A629D2}" type="pres">
      <dgm:prSet presAssocID="{DB4367A7-CEBA-4D58-ADA1-3D0ADEC86F23}" presName="hierChild4" presStyleCnt="0"/>
      <dgm:spPr/>
    </dgm:pt>
    <dgm:pt modelId="{A25AE36C-B245-4FE7-8716-E4773272FA0D}" type="pres">
      <dgm:prSet presAssocID="{B993B90A-0D2F-4750-B867-49270551E1BF}" presName="Name35" presStyleLbl="parChTrans1D4" presStyleIdx="0" presStyleCnt="3"/>
      <dgm:spPr/>
    </dgm:pt>
    <dgm:pt modelId="{1AF90414-791F-4567-B1E4-57439FCB7D46}" type="pres">
      <dgm:prSet presAssocID="{58E04061-46AB-41E9-BD49-7D69F90EBE78}" presName="hierRoot2" presStyleCnt="0">
        <dgm:presLayoutVars>
          <dgm:hierBranch val="init"/>
        </dgm:presLayoutVars>
      </dgm:prSet>
      <dgm:spPr/>
    </dgm:pt>
    <dgm:pt modelId="{704A7A84-4B82-4FD3-B42B-9CAEA48B04BA}" type="pres">
      <dgm:prSet presAssocID="{58E04061-46AB-41E9-BD49-7D69F90EBE78}" presName="rootComposite" presStyleCnt="0"/>
      <dgm:spPr/>
    </dgm:pt>
    <dgm:pt modelId="{55ACD317-6F0E-4970-B1C7-DF3A0B7E19CA}" type="pres">
      <dgm:prSet presAssocID="{58E04061-46AB-41E9-BD49-7D69F90EBE78}" presName="rootText" presStyleLbl="node4" presStyleIdx="0" presStyleCnt="3">
        <dgm:presLayoutVars>
          <dgm:chPref val="3"/>
        </dgm:presLayoutVars>
      </dgm:prSet>
      <dgm:spPr/>
    </dgm:pt>
    <dgm:pt modelId="{BF1BA83D-81D4-49A5-8962-44158FC0CE32}" type="pres">
      <dgm:prSet presAssocID="{58E04061-46AB-41E9-BD49-7D69F90EBE78}" presName="rootConnector" presStyleLbl="node4" presStyleIdx="0" presStyleCnt="3"/>
      <dgm:spPr/>
    </dgm:pt>
    <dgm:pt modelId="{323AE549-54FB-4659-B435-46CF62B9A974}" type="pres">
      <dgm:prSet presAssocID="{58E04061-46AB-41E9-BD49-7D69F90EBE78}" presName="hierChild4" presStyleCnt="0"/>
      <dgm:spPr/>
    </dgm:pt>
    <dgm:pt modelId="{EC865698-5BBB-4069-BFB0-E7609FADEB5E}" type="pres">
      <dgm:prSet presAssocID="{58E04061-46AB-41E9-BD49-7D69F90EBE78}" presName="hierChild5" presStyleCnt="0"/>
      <dgm:spPr/>
    </dgm:pt>
    <dgm:pt modelId="{4F848005-1B0B-4175-93D1-C25851158903}" type="pres">
      <dgm:prSet presAssocID="{46ECF86E-C05F-4B96-97D5-EE361B15803F}" presName="Name35" presStyleLbl="parChTrans1D4" presStyleIdx="1" presStyleCnt="3"/>
      <dgm:spPr/>
    </dgm:pt>
    <dgm:pt modelId="{2B842F19-F4F3-46C2-9F79-2BB86DB81079}" type="pres">
      <dgm:prSet presAssocID="{E46EA358-8735-42E8-9F45-F690D7A8A261}" presName="hierRoot2" presStyleCnt="0">
        <dgm:presLayoutVars>
          <dgm:hierBranch val="init"/>
        </dgm:presLayoutVars>
      </dgm:prSet>
      <dgm:spPr/>
    </dgm:pt>
    <dgm:pt modelId="{0CC2648A-519E-4F08-8DD4-9E51F814A3F0}" type="pres">
      <dgm:prSet presAssocID="{E46EA358-8735-42E8-9F45-F690D7A8A261}" presName="rootComposite" presStyleCnt="0"/>
      <dgm:spPr/>
    </dgm:pt>
    <dgm:pt modelId="{657AEA23-EF48-47C4-9367-C65EB48DC116}" type="pres">
      <dgm:prSet presAssocID="{E46EA358-8735-42E8-9F45-F690D7A8A261}" presName="rootText" presStyleLbl="node4" presStyleIdx="1" presStyleCnt="3">
        <dgm:presLayoutVars>
          <dgm:chPref val="3"/>
        </dgm:presLayoutVars>
      </dgm:prSet>
      <dgm:spPr/>
    </dgm:pt>
    <dgm:pt modelId="{FABA72F1-9A18-4C78-B1E6-07CC111E5ACA}" type="pres">
      <dgm:prSet presAssocID="{E46EA358-8735-42E8-9F45-F690D7A8A261}" presName="rootConnector" presStyleLbl="node4" presStyleIdx="1" presStyleCnt="3"/>
      <dgm:spPr/>
    </dgm:pt>
    <dgm:pt modelId="{53179921-2702-4372-9175-75F03BFDE29E}" type="pres">
      <dgm:prSet presAssocID="{E46EA358-8735-42E8-9F45-F690D7A8A261}" presName="hierChild4" presStyleCnt="0"/>
      <dgm:spPr/>
    </dgm:pt>
    <dgm:pt modelId="{3DAAA28E-302A-4659-B7DD-5DFADA184E96}" type="pres">
      <dgm:prSet presAssocID="{E46EA358-8735-42E8-9F45-F690D7A8A261}" presName="hierChild5" presStyleCnt="0"/>
      <dgm:spPr/>
    </dgm:pt>
    <dgm:pt modelId="{B5B84407-C3BA-49DF-A05A-5FBC8A8EFE9C}" type="pres">
      <dgm:prSet presAssocID="{79BB4B0C-90D4-4E52-8BF5-947F01F4C18C}" presName="Name35" presStyleLbl="parChTrans1D4" presStyleIdx="2" presStyleCnt="3"/>
      <dgm:spPr/>
    </dgm:pt>
    <dgm:pt modelId="{57701AC6-671B-4CA6-8F6E-5FA2995B1BB1}" type="pres">
      <dgm:prSet presAssocID="{8C6D7F25-09E2-4589-83D0-7A436403566B}" presName="hierRoot2" presStyleCnt="0">
        <dgm:presLayoutVars>
          <dgm:hierBranch val="init"/>
        </dgm:presLayoutVars>
      </dgm:prSet>
      <dgm:spPr/>
    </dgm:pt>
    <dgm:pt modelId="{D4264F06-9BC9-4A53-BD31-0937EC5ACCE3}" type="pres">
      <dgm:prSet presAssocID="{8C6D7F25-09E2-4589-83D0-7A436403566B}" presName="rootComposite" presStyleCnt="0"/>
      <dgm:spPr/>
    </dgm:pt>
    <dgm:pt modelId="{C1BBB793-CED2-4686-9467-471A9F6F8836}" type="pres">
      <dgm:prSet presAssocID="{8C6D7F25-09E2-4589-83D0-7A436403566B}" presName="rootText" presStyleLbl="node4" presStyleIdx="2" presStyleCnt="3">
        <dgm:presLayoutVars>
          <dgm:chPref val="3"/>
        </dgm:presLayoutVars>
      </dgm:prSet>
      <dgm:spPr/>
    </dgm:pt>
    <dgm:pt modelId="{96F5AD33-A783-4C84-A5CC-C35DFAD048FB}" type="pres">
      <dgm:prSet presAssocID="{8C6D7F25-09E2-4589-83D0-7A436403566B}" presName="rootConnector" presStyleLbl="node4" presStyleIdx="2" presStyleCnt="3"/>
      <dgm:spPr/>
    </dgm:pt>
    <dgm:pt modelId="{B2283D98-1659-4355-A665-F640220CF64D}" type="pres">
      <dgm:prSet presAssocID="{8C6D7F25-09E2-4589-83D0-7A436403566B}" presName="hierChild4" presStyleCnt="0"/>
      <dgm:spPr/>
    </dgm:pt>
    <dgm:pt modelId="{573B3E11-C4A6-4A0F-9D11-E36CA3E71A42}" type="pres">
      <dgm:prSet presAssocID="{8C6D7F25-09E2-4589-83D0-7A436403566B}" presName="hierChild5" presStyleCnt="0"/>
      <dgm:spPr/>
    </dgm:pt>
    <dgm:pt modelId="{2A745337-793E-4EA3-B8AE-4A97B0BF405D}" type="pres">
      <dgm:prSet presAssocID="{DB4367A7-CEBA-4D58-ADA1-3D0ADEC86F23}" presName="hierChild5" presStyleCnt="0"/>
      <dgm:spPr/>
    </dgm:pt>
    <dgm:pt modelId="{1459DF10-D595-44F8-8ADD-CBFD168C47CA}" type="pres">
      <dgm:prSet presAssocID="{DF76F2FD-7402-4535-B4CC-FF88A0F19B27}" presName="hierChild5" presStyleCnt="0"/>
      <dgm:spPr/>
    </dgm:pt>
    <dgm:pt modelId="{9BE2475E-7810-4CBB-9647-C88A69D4C79B}" type="pres">
      <dgm:prSet presAssocID="{0BE69BA1-F1BA-4852-9F7D-684BFAC23226}" presName="Name37" presStyleLbl="parChTrans1D2" presStyleIdx="1" presStyleCnt="7"/>
      <dgm:spPr/>
    </dgm:pt>
    <dgm:pt modelId="{B8BB3009-6994-47B8-998D-4EB8B199171C}" type="pres">
      <dgm:prSet presAssocID="{89E87143-79C2-4C6F-AAC7-72C567E6B7BF}" presName="hierRoot2" presStyleCnt="0">
        <dgm:presLayoutVars>
          <dgm:hierBranch val="init"/>
        </dgm:presLayoutVars>
      </dgm:prSet>
      <dgm:spPr/>
    </dgm:pt>
    <dgm:pt modelId="{1146F3B1-6EE1-4ACA-9D7B-A3F7D4AC3FB4}" type="pres">
      <dgm:prSet presAssocID="{89E87143-79C2-4C6F-AAC7-72C567E6B7BF}" presName="rootComposite" presStyleCnt="0"/>
      <dgm:spPr/>
    </dgm:pt>
    <dgm:pt modelId="{B9775425-2F05-4B66-8214-C2D0C93114CD}" type="pres">
      <dgm:prSet presAssocID="{89E87143-79C2-4C6F-AAC7-72C567E6B7BF}" presName="rootText" presStyleLbl="node2" presStyleIdx="1" presStyleCnt="3">
        <dgm:presLayoutVars>
          <dgm:chPref val="3"/>
        </dgm:presLayoutVars>
      </dgm:prSet>
      <dgm:spPr/>
    </dgm:pt>
    <dgm:pt modelId="{FD8CFE21-794E-42C7-9115-0707AA00A706}" type="pres">
      <dgm:prSet presAssocID="{89E87143-79C2-4C6F-AAC7-72C567E6B7BF}" presName="rootConnector" presStyleLbl="node2" presStyleIdx="1" presStyleCnt="3"/>
      <dgm:spPr/>
    </dgm:pt>
    <dgm:pt modelId="{23D548BF-F3E9-410F-AD45-38510AE6B6F3}" type="pres">
      <dgm:prSet presAssocID="{89E87143-79C2-4C6F-AAC7-72C567E6B7BF}" presName="hierChild4" presStyleCnt="0"/>
      <dgm:spPr/>
    </dgm:pt>
    <dgm:pt modelId="{17743714-D2C7-494A-8C3D-DC04630DC6FC}" type="pres">
      <dgm:prSet presAssocID="{89E87143-79C2-4C6F-AAC7-72C567E6B7BF}" presName="hierChild5" presStyleCnt="0"/>
      <dgm:spPr/>
    </dgm:pt>
    <dgm:pt modelId="{54991852-44C3-4576-88C4-572681C5983B}" type="pres">
      <dgm:prSet presAssocID="{839BB195-5A58-4D2E-B9A2-18CA568E4FDD}" presName="Name111" presStyleLbl="parChTrans1D3" presStyleIdx="2" presStyleCnt="7"/>
      <dgm:spPr/>
    </dgm:pt>
    <dgm:pt modelId="{5121EA12-E9EE-45C5-9EA1-F96713AE49C3}" type="pres">
      <dgm:prSet presAssocID="{0F6D6C6C-5720-41C8-AF57-29DA9B45AE1D}" presName="hierRoot3" presStyleCnt="0">
        <dgm:presLayoutVars>
          <dgm:hierBranch val="init"/>
        </dgm:presLayoutVars>
      </dgm:prSet>
      <dgm:spPr/>
    </dgm:pt>
    <dgm:pt modelId="{003B242A-B548-4363-85B9-B683D2BB5302}" type="pres">
      <dgm:prSet presAssocID="{0F6D6C6C-5720-41C8-AF57-29DA9B45AE1D}" presName="rootComposite3" presStyleCnt="0"/>
      <dgm:spPr/>
    </dgm:pt>
    <dgm:pt modelId="{868F52FF-F3C7-42CC-918D-2CD8F97C8D34}" type="pres">
      <dgm:prSet presAssocID="{0F6D6C6C-5720-41C8-AF57-29DA9B45AE1D}" presName="rootText3" presStyleLbl="asst2" presStyleIdx="0" presStyleCnt="2">
        <dgm:presLayoutVars>
          <dgm:chPref val="3"/>
        </dgm:presLayoutVars>
      </dgm:prSet>
      <dgm:spPr/>
    </dgm:pt>
    <dgm:pt modelId="{6C433EA1-786A-4FDF-AC2F-995583CC50B5}" type="pres">
      <dgm:prSet presAssocID="{0F6D6C6C-5720-41C8-AF57-29DA9B45AE1D}" presName="rootConnector3" presStyleLbl="asst2" presStyleIdx="0" presStyleCnt="2"/>
      <dgm:spPr/>
    </dgm:pt>
    <dgm:pt modelId="{AA900377-52D6-483B-8806-E9C4384E6B81}" type="pres">
      <dgm:prSet presAssocID="{0F6D6C6C-5720-41C8-AF57-29DA9B45AE1D}" presName="hierChild6" presStyleCnt="0"/>
      <dgm:spPr/>
    </dgm:pt>
    <dgm:pt modelId="{B933F9A4-632F-4A6F-ABFF-EA0EDE02F38F}" type="pres">
      <dgm:prSet presAssocID="{0F6D6C6C-5720-41C8-AF57-29DA9B45AE1D}" presName="hierChild7" presStyleCnt="0"/>
      <dgm:spPr/>
    </dgm:pt>
    <dgm:pt modelId="{EB12DEE9-D268-4E40-9DAB-81EE9A6DB34C}" type="pres">
      <dgm:prSet presAssocID="{BF95ECBD-6932-4DB8-9DD5-69667EB6142E}" presName="Name111" presStyleLbl="parChTrans1D3" presStyleIdx="3" presStyleCnt="7"/>
      <dgm:spPr/>
    </dgm:pt>
    <dgm:pt modelId="{8B6805E6-5B41-4388-AC97-F11637323A96}" type="pres">
      <dgm:prSet presAssocID="{3E8833D2-ADC3-446F-B5EA-9C6B09CC5FE7}" presName="hierRoot3" presStyleCnt="0">
        <dgm:presLayoutVars>
          <dgm:hierBranch val="init"/>
        </dgm:presLayoutVars>
      </dgm:prSet>
      <dgm:spPr/>
    </dgm:pt>
    <dgm:pt modelId="{ADAED532-93C5-40C1-8CFE-2E8560A71C24}" type="pres">
      <dgm:prSet presAssocID="{3E8833D2-ADC3-446F-B5EA-9C6B09CC5FE7}" presName="rootComposite3" presStyleCnt="0"/>
      <dgm:spPr/>
    </dgm:pt>
    <dgm:pt modelId="{0E84CE63-68E4-43F3-8456-F00C3983708B}" type="pres">
      <dgm:prSet presAssocID="{3E8833D2-ADC3-446F-B5EA-9C6B09CC5FE7}" presName="rootText3" presStyleLbl="asst2" presStyleIdx="1" presStyleCnt="2">
        <dgm:presLayoutVars>
          <dgm:chPref val="3"/>
        </dgm:presLayoutVars>
      </dgm:prSet>
      <dgm:spPr/>
    </dgm:pt>
    <dgm:pt modelId="{283B07C2-1145-4D45-9746-87C95687D5A7}" type="pres">
      <dgm:prSet presAssocID="{3E8833D2-ADC3-446F-B5EA-9C6B09CC5FE7}" presName="rootConnector3" presStyleLbl="asst2" presStyleIdx="1" presStyleCnt="2"/>
      <dgm:spPr/>
    </dgm:pt>
    <dgm:pt modelId="{E880AFF8-678D-4476-A761-FDAE58DCC160}" type="pres">
      <dgm:prSet presAssocID="{3E8833D2-ADC3-446F-B5EA-9C6B09CC5FE7}" presName="hierChild6" presStyleCnt="0"/>
      <dgm:spPr/>
    </dgm:pt>
    <dgm:pt modelId="{52AFC145-4EC7-4252-8F0B-73D571600F18}" type="pres">
      <dgm:prSet presAssocID="{3E8833D2-ADC3-446F-B5EA-9C6B09CC5FE7}" presName="hierChild7" presStyleCnt="0"/>
      <dgm:spPr/>
    </dgm:pt>
    <dgm:pt modelId="{59DF5EBD-9811-44E0-8D9A-AF801E4031D9}" type="pres">
      <dgm:prSet presAssocID="{E89EA839-8D69-460C-B00E-0024505CA3B4}" presName="Name37" presStyleLbl="parChTrans1D2" presStyleIdx="2" presStyleCnt="7"/>
      <dgm:spPr/>
    </dgm:pt>
    <dgm:pt modelId="{5D6BA976-C370-4A6A-8E39-CE06B56A8D8E}" type="pres">
      <dgm:prSet presAssocID="{1CB39220-8DE8-4B17-BEB7-5CB34355350A}" presName="hierRoot2" presStyleCnt="0">
        <dgm:presLayoutVars>
          <dgm:hierBranch/>
        </dgm:presLayoutVars>
      </dgm:prSet>
      <dgm:spPr/>
    </dgm:pt>
    <dgm:pt modelId="{2747503E-4F90-4B55-B92B-DF8EA8CA0021}" type="pres">
      <dgm:prSet presAssocID="{1CB39220-8DE8-4B17-BEB7-5CB34355350A}" presName="rootComposite" presStyleCnt="0"/>
      <dgm:spPr/>
    </dgm:pt>
    <dgm:pt modelId="{394510A9-38A4-444D-9155-D93297A2ACE4}" type="pres">
      <dgm:prSet presAssocID="{1CB39220-8DE8-4B17-BEB7-5CB34355350A}" presName="rootText" presStyleLbl="node2" presStyleIdx="2" presStyleCnt="3">
        <dgm:presLayoutVars>
          <dgm:chPref val="3"/>
        </dgm:presLayoutVars>
      </dgm:prSet>
      <dgm:spPr/>
    </dgm:pt>
    <dgm:pt modelId="{C7EB8270-2A2D-4900-A696-6300A0E0093A}" type="pres">
      <dgm:prSet presAssocID="{1CB39220-8DE8-4B17-BEB7-5CB34355350A}" presName="rootConnector" presStyleLbl="node2" presStyleIdx="2" presStyleCnt="3"/>
      <dgm:spPr/>
    </dgm:pt>
    <dgm:pt modelId="{7D7C498E-B7AB-4442-B9FB-1937BF695621}" type="pres">
      <dgm:prSet presAssocID="{1CB39220-8DE8-4B17-BEB7-5CB34355350A}" presName="hierChild4" presStyleCnt="0"/>
      <dgm:spPr/>
    </dgm:pt>
    <dgm:pt modelId="{0F8378F4-2A75-425C-8F90-94B437D35C68}" type="pres">
      <dgm:prSet presAssocID="{9FD2F9A8-9FDB-477F-9066-48D45F4AE06E}" presName="Name35" presStyleLbl="parChTrans1D3" presStyleIdx="4" presStyleCnt="7"/>
      <dgm:spPr/>
    </dgm:pt>
    <dgm:pt modelId="{A5A6CFCC-0205-426B-BA2D-039A6ACE0780}" type="pres">
      <dgm:prSet presAssocID="{567F68DA-1CAF-481B-9971-3D0CA9F5E4BD}" presName="hierRoot2" presStyleCnt="0">
        <dgm:presLayoutVars>
          <dgm:hierBranch val="init"/>
        </dgm:presLayoutVars>
      </dgm:prSet>
      <dgm:spPr/>
    </dgm:pt>
    <dgm:pt modelId="{EA5ACCFC-811C-49F9-8326-B25605C81FCB}" type="pres">
      <dgm:prSet presAssocID="{567F68DA-1CAF-481B-9971-3D0CA9F5E4BD}" presName="rootComposite" presStyleCnt="0"/>
      <dgm:spPr/>
    </dgm:pt>
    <dgm:pt modelId="{C87B1D16-3ABE-494C-B835-C0E4A910CB24}" type="pres">
      <dgm:prSet presAssocID="{567F68DA-1CAF-481B-9971-3D0CA9F5E4BD}" presName="rootText" presStyleLbl="node3" presStyleIdx="2" presStyleCnt="5">
        <dgm:presLayoutVars>
          <dgm:chPref val="3"/>
        </dgm:presLayoutVars>
      </dgm:prSet>
      <dgm:spPr/>
    </dgm:pt>
    <dgm:pt modelId="{3C89598D-D858-4CC1-BAB6-34D613A8CA68}" type="pres">
      <dgm:prSet presAssocID="{567F68DA-1CAF-481B-9971-3D0CA9F5E4BD}" presName="rootConnector" presStyleLbl="node3" presStyleIdx="2" presStyleCnt="5"/>
      <dgm:spPr/>
    </dgm:pt>
    <dgm:pt modelId="{CCE632AC-2E07-470F-BA13-C5141FAAB095}" type="pres">
      <dgm:prSet presAssocID="{567F68DA-1CAF-481B-9971-3D0CA9F5E4BD}" presName="hierChild4" presStyleCnt="0"/>
      <dgm:spPr/>
    </dgm:pt>
    <dgm:pt modelId="{B40DABF8-7A8E-4F62-9BC6-9E8E603CFFA7}" type="pres">
      <dgm:prSet presAssocID="{567F68DA-1CAF-481B-9971-3D0CA9F5E4BD}" presName="hierChild5" presStyleCnt="0"/>
      <dgm:spPr/>
    </dgm:pt>
    <dgm:pt modelId="{3A31ED05-0F4A-4579-9AB4-37E1609830AE}" type="pres">
      <dgm:prSet presAssocID="{DCEB8580-0175-4593-94A4-363A105A65E6}" presName="Name35" presStyleLbl="parChTrans1D3" presStyleIdx="5" presStyleCnt="7"/>
      <dgm:spPr/>
    </dgm:pt>
    <dgm:pt modelId="{20160E81-44EB-4FD0-94D0-89C5AEEE2AA6}" type="pres">
      <dgm:prSet presAssocID="{EC7BED2B-E54C-47D0-8290-8AC3F6BF3AFB}" presName="hierRoot2" presStyleCnt="0">
        <dgm:presLayoutVars>
          <dgm:hierBranch val="init"/>
        </dgm:presLayoutVars>
      </dgm:prSet>
      <dgm:spPr/>
    </dgm:pt>
    <dgm:pt modelId="{8C3EDF57-ED04-4D03-928D-D2FC55D5E628}" type="pres">
      <dgm:prSet presAssocID="{EC7BED2B-E54C-47D0-8290-8AC3F6BF3AFB}" presName="rootComposite" presStyleCnt="0"/>
      <dgm:spPr/>
    </dgm:pt>
    <dgm:pt modelId="{6DCD795A-FBA7-48B0-983E-5137A559A4AD}" type="pres">
      <dgm:prSet presAssocID="{EC7BED2B-E54C-47D0-8290-8AC3F6BF3AFB}" presName="rootText" presStyleLbl="node3" presStyleIdx="3" presStyleCnt="5">
        <dgm:presLayoutVars>
          <dgm:chPref val="3"/>
        </dgm:presLayoutVars>
      </dgm:prSet>
      <dgm:spPr/>
    </dgm:pt>
    <dgm:pt modelId="{BFFF3F53-5C17-460A-A297-EE897A2C8EBC}" type="pres">
      <dgm:prSet presAssocID="{EC7BED2B-E54C-47D0-8290-8AC3F6BF3AFB}" presName="rootConnector" presStyleLbl="node3" presStyleIdx="3" presStyleCnt="5"/>
      <dgm:spPr/>
    </dgm:pt>
    <dgm:pt modelId="{05F923A8-053F-4B03-86B5-9DB8E08EABC7}" type="pres">
      <dgm:prSet presAssocID="{EC7BED2B-E54C-47D0-8290-8AC3F6BF3AFB}" presName="hierChild4" presStyleCnt="0"/>
      <dgm:spPr/>
    </dgm:pt>
    <dgm:pt modelId="{34B0E3E2-06BC-4538-9515-659845300609}" type="pres">
      <dgm:prSet presAssocID="{EC7BED2B-E54C-47D0-8290-8AC3F6BF3AFB}" presName="hierChild5" presStyleCnt="0"/>
      <dgm:spPr/>
    </dgm:pt>
    <dgm:pt modelId="{52DD9405-884A-4479-99DA-8F650DB28237}" type="pres">
      <dgm:prSet presAssocID="{F3D75D56-C5B3-4987-9443-54BA1F62E4A7}" presName="Name35" presStyleLbl="parChTrans1D3" presStyleIdx="6" presStyleCnt="7"/>
      <dgm:spPr/>
    </dgm:pt>
    <dgm:pt modelId="{B0AF0A40-4BFE-411C-9298-5B7217067156}" type="pres">
      <dgm:prSet presAssocID="{B1A17BD9-D30E-4244-A2C7-8B998B432867}" presName="hierRoot2" presStyleCnt="0">
        <dgm:presLayoutVars>
          <dgm:hierBranch val="init"/>
        </dgm:presLayoutVars>
      </dgm:prSet>
      <dgm:spPr/>
    </dgm:pt>
    <dgm:pt modelId="{4DBE3D3A-724C-46D4-8BC3-74626334E070}" type="pres">
      <dgm:prSet presAssocID="{B1A17BD9-D30E-4244-A2C7-8B998B432867}" presName="rootComposite" presStyleCnt="0"/>
      <dgm:spPr/>
    </dgm:pt>
    <dgm:pt modelId="{B7B7D2F3-BB31-4E0F-88BA-3B383FBDB502}" type="pres">
      <dgm:prSet presAssocID="{B1A17BD9-D30E-4244-A2C7-8B998B432867}" presName="rootText" presStyleLbl="node3" presStyleIdx="4" presStyleCnt="5">
        <dgm:presLayoutVars>
          <dgm:chPref val="3"/>
        </dgm:presLayoutVars>
      </dgm:prSet>
      <dgm:spPr/>
    </dgm:pt>
    <dgm:pt modelId="{899634D2-C77A-4157-955C-4AC3F314C15E}" type="pres">
      <dgm:prSet presAssocID="{B1A17BD9-D30E-4244-A2C7-8B998B432867}" presName="rootConnector" presStyleLbl="node3" presStyleIdx="4" presStyleCnt="5"/>
      <dgm:spPr/>
    </dgm:pt>
    <dgm:pt modelId="{BE2F43B6-3516-4D12-BE0F-4E9308F2333A}" type="pres">
      <dgm:prSet presAssocID="{B1A17BD9-D30E-4244-A2C7-8B998B432867}" presName="hierChild4" presStyleCnt="0"/>
      <dgm:spPr/>
    </dgm:pt>
    <dgm:pt modelId="{736D0580-0D5B-47B6-AF39-97288AD0C643}" type="pres">
      <dgm:prSet presAssocID="{B1A17BD9-D30E-4244-A2C7-8B998B432867}" presName="hierChild5" presStyleCnt="0"/>
      <dgm:spPr/>
    </dgm:pt>
    <dgm:pt modelId="{54A2EC6A-FDA4-4C7C-A1D2-4FE275876488}" type="pres">
      <dgm:prSet presAssocID="{1CB39220-8DE8-4B17-BEB7-5CB34355350A}" presName="hierChild5" presStyleCnt="0"/>
      <dgm:spPr/>
    </dgm:pt>
    <dgm:pt modelId="{C1890E3E-5BC8-4A83-9D8A-71DF3762DF80}" type="pres">
      <dgm:prSet presAssocID="{7804139B-5EF4-4F88-A758-94D659F2DB77}" presName="hierChild3" presStyleCnt="0"/>
      <dgm:spPr/>
    </dgm:pt>
    <dgm:pt modelId="{41E9F899-72E5-4234-8C9B-A86DBBC20C9C}" type="pres">
      <dgm:prSet presAssocID="{9367D41F-AC27-439F-AC56-8C43D77C5A9E}" presName="Name111" presStyleLbl="parChTrans1D2" presStyleIdx="3" presStyleCnt="7"/>
      <dgm:spPr/>
    </dgm:pt>
    <dgm:pt modelId="{4B2B6EC3-A3CB-4D0E-891C-170459ECB0D4}" type="pres">
      <dgm:prSet presAssocID="{1F7505BF-96DD-408F-A361-F60EFCA4EFDD}" presName="hierRoot3" presStyleCnt="0">
        <dgm:presLayoutVars>
          <dgm:hierBranch val="init"/>
        </dgm:presLayoutVars>
      </dgm:prSet>
      <dgm:spPr/>
    </dgm:pt>
    <dgm:pt modelId="{EF5A6317-1FBF-4066-912C-3DF413D34B26}" type="pres">
      <dgm:prSet presAssocID="{1F7505BF-96DD-408F-A361-F60EFCA4EFDD}" presName="rootComposite3" presStyleCnt="0"/>
      <dgm:spPr/>
    </dgm:pt>
    <dgm:pt modelId="{E996E707-B56E-480B-B3EA-F8A010E6B777}" type="pres">
      <dgm:prSet presAssocID="{1F7505BF-96DD-408F-A361-F60EFCA4EFDD}" presName="rootText3" presStyleLbl="asst1" presStyleIdx="0" presStyleCnt="4">
        <dgm:presLayoutVars>
          <dgm:chPref val="3"/>
        </dgm:presLayoutVars>
      </dgm:prSet>
      <dgm:spPr/>
    </dgm:pt>
    <dgm:pt modelId="{C0057EA0-52F7-40FA-99AD-EBC4805B2491}" type="pres">
      <dgm:prSet presAssocID="{1F7505BF-96DD-408F-A361-F60EFCA4EFDD}" presName="rootConnector3" presStyleLbl="asst1" presStyleIdx="0" presStyleCnt="4"/>
      <dgm:spPr/>
    </dgm:pt>
    <dgm:pt modelId="{9C4B7B67-84AE-490A-B98D-0C1019BBC115}" type="pres">
      <dgm:prSet presAssocID="{1F7505BF-96DD-408F-A361-F60EFCA4EFDD}" presName="hierChild6" presStyleCnt="0"/>
      <dgm:spPr/>
    </dgm:pt>
    <dgm:pt modelId="{01A44741-8214-4217-AAB6-36749CB1B0FC}" type="pres">
      <dgm:prSet presAssocID="{1F7505BF-96DD-408F-A361-F60EFCA4EFDD}" presName="hierChild7" presStyleCnt="0"/>
      <dgm:spPr/>
    </dgm:pt>
    <dgm:pt modelId="{E1A8DA49-E6A5-466D-8368-BBB650E89AD8}" type="pres">
      <dgm:prSet presAssocID="{6679A582-C9A4-4DB1-B7AF-9D64FF102105}" presName="Name111" presStyleLbl="parChTrans1D2" presStyleIdx="4" presStyleCnt="7"/>
      <dgm:spPr/>
    </dgm:pt>
    <dgm:pt modelId="{2A07B24F-78E1-4CBC-8063-328000701484}" type="pres">
      <dgm:prSet presAssocID="{9098EC6A-5F44-4CB3-BC9D-0AEF81B10507}" presName="hierRoot3" presStyleCnt="0">
        <dgm:presLayoutVars>
          <dgm:hierBranch val="init"/>
        </dgm:presLayoutVars>
      </dgm:prSet>
      <dgm:spPr/>
    </dgm:pt>
    <dgm:pt modelId="{4FE2ED9D-35CE-43EC-BCFB-24F6C6C0CC8F}" type="pres">
      <dgm:prSet presAssocID="{9098EC6A-5F44-4CB3-BC9D-0AEF81B10507}" presName="rootComposite3" presStyleCnt="0"/>
      <dgm:spPr/>
    </dgm:pt>
    <dgm:pt modelId="{18BC5D6A-2578-4CFC-8C42-56C8BED1E9F1}" type="pres">
      <dgm:prSet presAssocID="{9098EC6A-5F44-4CB3-BC9D-0AEF81B10507}" presName="rootText3" presStyleLbl="asst1" presStyleIdx="1" presStyleCnt="4">
        <dgm:presLayoutVars>
          <dgm:chPref val="3"/>
        </dgm:presLayoutVars>
      </dgm:prSet>
      <dgm:spPr/>
    </dgm:pt>
    <dgm:pt modelId="{7000F733-298A-4808-BD27-B448EEDCFA80}" type="pres">
      <dgm:prSet presAssocID="{9098EC6A-5F44-4CB3-BC9D-0AEF81B10507}" presName="rootConnector3" presStyleLbl="asst1" presStyleIdx="1" presStyleCnt="4"/>
      <dgm:spPr/>
    </dgm:pt>
    <dgm:pt modelId="{E4844BE5-B5C2-49DA-B03C-52379111ADCE}" type="pres">
      <dgm:prSet presAssocID="{9098EC6A-5F44-4CB3-BC9D-0AEF81B10507}" presName="hierChild6" presStyleCnt="0"/>
      <dgm:spPr/>
    </dgm:pt>
    <dgm:pt modelId="{06A8C30A-E4D5-4D42-950D-BDA7DE7681AC}" type="pres">
      <dgm:prSet presAssocID="{9098EC6A-5F44-4CB3-BC9D-0AEF81B10507}" presName="hierChild7" presStyleCnt="0"/>
      <dgm:spPr/>
    </dgm:pt>
    <dgm:pt modelId="{04A06686-F908-46BA-B3C6-1F2EA0DE3025}" type="pres">
      <dgm:prSet presAssocID="{BF557C52-3A12-4CFD-ABE6-711434F31F79}" presName="Name111" presStyleLbl="parChTrans1D2" presStyleIdx="5" presStyleCnt="7"/>
      <dgm:spPr/>
    </dgm:pt>
    <dgm:pt modelId="{E134DD78-9414-4EA9-8749-D9C469A3769E}" type="pres">
      <dgm:prSet presAssocID="{D6D2DB5A-08BD-47C6-A167-8CE39D952022}" presName="hierRoot3" presStyleCnt="0">
        <dgm:presLayoutVars>
          <dgm:hierBranch val="init"/>
        </dgm:presLayoutVars>
      </dgm:prSet>
      <dgm:spPr/>
    </dgm:pt>
    <dgm:pt modelId="{C38A32F5-E996-44A8-A22C-5F7E978C185A}" type="pres">
      <dgm:prSet presAssocID="{D6D2DB5A-08BD-47C6-A167-8CE39D952022}" presName="rootComposite3" presStyleCnt="0"/>
      <dgm:spPr/>
    </dgm:pt>
    <dgm:pt modelId="{8BD2D5D6-C495-4376-B8DC-8B43B459FF68}" type="pres">
      <dgm:prSet presAssocID="{D6D2DB5A-08BD-47C6-A167-8CE39D952022}" presName="rootText3" presStyleLbl="asst1" presStyleIdx="2" presStyleCnt="4">
        <dgm:presLayoutVars>
          <dgm:chPref val="3"/>
        </dgm:presLayoutVars>
      </dgm:prSet>
      <dgm:spPr/>
    </dgm:pt>
    <dgm:pt modelId="{2954A5BF-707C-49FF-97CF-B86977A6BE4E}" type="pres">
      <dgm:prSet presAssocID="{D6D2DB5A-08BD-47C6-A167-8CE39D952022}" presName="rootConnector3" presStyleLbl="asst1" presStyleIdx="2" presStyleCnt="4"/>
      <dgm:spPr/>
    </dgm:pt>
    <dgm:pt modelId="{DF0CBEA8-F543-4180-81B1-0C0DACBA2D51}" type="pres">
      <dgm:prSet presAssocID="{D6D2DB5A-08BD-47C6-A167-8CE39D952022}" presName="hierChild6" presStyleCnt="0"/>
      <dgm:spPr/>
    </dgm:pt>
    <dgm:pt modelId="{39380BAC-5B38-4D85-AA95-909D0F3DC540}" type="pres">
      <dgm:prSet presAssocID="{D6D2DB5A-08BD-47C6-A167-8CE39D952022}" presName="hierChild7" presStyleCnt="0"/>
      <dgm:spPr/>
    </dgm:pt>
    <dgm:pt modelId="{69AE5132-A01C-4E0C-8692-8CEA41000F12}" type="pres">
      <dgm:prSet presAssocID="{E8E5E2CB-4EC6-41FC-9777-82220082DEB5}" presName="Name111" presStyleLbl="parChTrans1D2" presStyleIdx="6" presStyleCnt="7"/>
      <dgm:spPr/>
    </dgm:pt>
    <dgm:pt modelId="{882613C7-511B-4E82-B251-F86391636CCB}" type="pres">
      <dgm:prSet presAssocID="{25638ACB-0D08-44DD-ADCC-93E7C92D115A}" presName="hierRoot3" presStyleCnt="0">
        <dgm:presLayoutVars>
          <dgm:hierBranch val="init"/>
        </dgm:presLayoutVars>
      </dgm:prSet>
      <dgm:spPr/>
    </dgm:pt>
    <dgm:pt modelId="{EFEDC36E-30BD-4392-A136-450467A1A9B4}" type="pres">
      <dgm:prSet presAssocID="{25638ACB-0D08-44DD-ADCC-93E7C92D115A}" presName="rootComposite3" presStyleCnt="0"/>
      <dgm:spPr/>
    </dgm:pt>
    <dgm:pt modelId="{1F4A0D02-A362-4BD7-80C8-1DB3E6AAADCA}" type="pres">
      <dgm:prSet presAssocID="{25638ACB-0D08-44DD-ADCC-93E7C92D115A}" presName="rootText3" presStyleLbl="asst1" presStyleIdx="3" presStyleCnt="4">
        <dgm:presLayoutVars>
          <dgm:chPref val="3"/>
        </dgm:presLayoutVars>
      </dgm:prSet>
      <dgm:spPr/>
    </dgm:pt>
    <dgm:pt modelId="{3440A620-FDC7-4603-B66A-EC6327F48637}" type="pres">
      <dgm:prSet presAssocID="{25638ACB-0D08-44DD-ADCC-93E7C92D115A}" presName="rootConnector3" presStyleLbl="asst1" presStyleIdx="3" presStyleCnt="4"/>
      <dgm:spPr/>
    </dgm:pt>
    <dgm:pt modelId="{C62EB241-DE29-4E9A-B6B0-EAE0BC2CB100}" type="pres">
      <dgm:prSet presAssocID="{25638ACB-0D08-44DD-ADCC-93E7C92D115A}" presName="hierChild6" presStyleCnt="0"/>
      <dgm:spPr/>
    </dgm:pt>
    <dgm:pt modelId="{ED2DEB60-5223-4126-B116-A83222BA6D47}" type="pres">
      <dgm:prSet presAssocID="{25638ACB-0D08-44DD-ADCC-93E7C92D115A}" presName="hierChild7" presStyleCnt="0"/>
      <dgm:spPr/>
    </dgm:pt>
    <dgm:pt modelId="{24CDF238-7E98-4BC8-B51F-FA3F9366918A}" type="pres">
      <dgm:prSet presAssocID="{20D1B3BB-05CC-4448-BCB8-6A91B1BEA35B}" presName="hierRoot1" presStyleCnt="0">
        <dgm:presLayoutVars>
          <dgm:hierBranch val="init"/>
        </dgm:presLayoutVars>
      </dgm:prSet>
      <dgm:spPr/>
    </dgm:pt>
    <dgm:pt modelId="{C6D7AE42-30ED-4B07-8D25-07BD29718981}" type="pres">
      <dgm:prSet presAssocID="{20D1B3BB-05CC-4448-BCB8-6A91B1BEA35B}" presName="rootComposite1" presStyleCnt="0"/>
      <dgm:spPr/>
    </dgm:pt>
    <dgm:pt modelId="{D034A402-F244-4508-93F1-04CFFB6FAADF}" type="pres">
      <dgm:prSet presAssocID="{20D1B3BB-05CC-4448-BCB8-6A91B1BEA35B}" presName="rootText1" presStyleLbl="node0" presStyleIdx="2" presStyleCnt="3">
        <dgm:presLayoutVars>
          <dgm:chPref val="3"/>
        </dgm:presLayoutVars>
      </dgm:prSet>
      <dgm:spPr/>
    </dgm:pt>
    <dgm:pt modelId="{4E3773EF-F2A5-4E73-9773-D0B46CCB5870}" type="pres">
      <dgm:prSet presAssocID="{20D1B3BB-05CC-4448-BCB8-6A91B1BEA35B}" presName="rootConnector1" presStyleLbl="node1" presStyleIdx="0" presStyleCnt="0"/>
      <dgm:spPr/>
    </dgm:pt>
    <dgm:pt modelId="{E101C64E-BBC4-46F7-9A60-0295BA390E78}" type="pres">
      <dgm:prSet presAssocID="{20D1B3BB-05CC-4448-BCB8-6A91B1BEA35B}" presName="hierChild2" presStyleCnt="0"/>
      <dgm:spPr/>
    </dgm:pt>
    <dgm:pt modelId="{D35E6AE2-95D7-447E-BD1A-018BD7EBEEC3}" type="pres">
      <dgm:prSet presAssocID="{20D1B3BB-05CC-4448-BCB8-6A91B1BEA35B}" presName="hierChild3" presStyleCnt="0"/>
      <dgm:spPr/>
    </dgm:pt>
  </dgm:ptLst>
  <dgm:cxnLst>
    <dgm:cxn modelId="{6D79DE02-3852-419D-A525-86195F71B9DE}" type="presOf" srcId="{EC7BED2B-E54C-47D0-8290-8AC3F6BF3AFB}" destId="{BFFF3F53-5C17-460A-A297-EE897A2C8EBC}" srcOrd="1" destOrd="0" presId="urn:microsoft.com/office/officeart/2005/8/layout/orgChart1"/>
    <dgm:cxn modelId="{EA03A205-0C65-4839-8D00-DAF0FABB748B}" type="presOf" srcId="{8C6D7F25-09E2-4589-83D0-7A436403566B}" destId="{96F5AD33-A783-4C84-A5CC-C35DFAD048FB}" srcOrd="1" destOrd="0" presId="urn:microsoft.com/office/officeart/2005/8/layout/orgChart1"/>
    <dgm:cxn modelId="{8F840407-FBF7-4D88-99CD-C5206FDBDA9C}" type="presOf" srcId="{DB4367A7-CEBA-4D58-ADA1-3D0ADEC86F23}" destId="{FC68B37F-4CC4-49C5-8D24-BDC06297A1EE}" srcOrd="1" destOrd="0" presId="urn:microsoft.com/office/officeart/2005/8/layout/orgChart1"/>
    <dgm:cxn modelId="{765EB20A-EAB6-457F-BF65-47882E0EC315}" type="presOf" srcId="{3E8833D2-ADC3-446F-B5EA-9C6B09CC5FE7}" destId="{283B07C2-1145-4D45-9746-87C95687D5A7}" srcOrd="1" destOrd="0" presId="urn:microsoft.com/office/officeart/2005/8/layout/orgChart1"/>
    <dgm:cxn modelId="{B2BEE10B-EDEA-4754-A9FE-25F35C4A87A7}" type="presOf" srcId="{9098EC6A-5F44-4CB3-BC9D-0AEF81B10507}" destId="{7000F733-298A-4808-BD27-B448EEDCFA80}" srcOrd="1" destOrd="0" presId="urn:microsoft.com/office/officeart/2005/8/layout/orgChart1"/>
    <dgm:cxn modelId="{5C06950C-1223-4E7D-8C80-517E3D4417B0}" type="presOf" srcId="{839BB195-5A58-4D2E-B9A2-18CA568E4FDD}" destId="{54991852-44C3-4576-88C4-572681C5983B}" srcOrd="0" destOrd="0" presId="urn:microsoft.com/office/officeart/2005/8/layout/orgChart1"/>
    <dgm:cxn modelId="{F9D2C114-44AA-4AEE-9FA3-E19F366F1F3D}" type="presOf" srcId="{E46EA358-8735-42E8-9F45-F690D7A8A261}" destId="{657AEA23-EF48-47C4-9367-C65EB48DC116}" srcOrd="0" destOrd="0" presId="urn:microsoft.com/office/officeart/2005/8/layout/orgChart1"/>
    <dgm:cxn modelId="{B1CAF31E-75A4-4E14-8E37-6C14DF83CB85}" srcId="{8E70CD83-06D8-49E9-B6BB-8C6E7AA86162}" destId="{7804139B-5EF4-4F88-A758-94D659F2DB77}" srcOrd="1" destOrd="0" parTransId="{45434CB5-47A0-49F5-BF5E-3255F6DF7966}" sibTransId="{D333BB9C-8BF0-4D94-B12D-B3B5AC27B98F}"/>
    <dgm:cxn modelId="{1D4CB824-C19F-4C21-8FC5-2B441B516D81}" type="presOf" srcId="{1CB39220-8DE8-4B17-BEB7-5CB34355350A}" destId="{C7EB8270-2A2D-4900-A696-6300A0E0093A}" srcOrd="1" destOrd="0" presId="urn:microsoft.com/office/officeart/2005/8/layout/orgChart1"/>
    <dgm:cxn modelId="{9B88B428-4B03-492D-9D6B-39E922ACC12E}" type="presOf" srcId="{DF76F2FD-7402-4535-B4CC-FF88A0F19B27}" destId="{3CD0CC05-6949-4D32-93A4-9314D5D89E93}" srcOrd="0" destOrd="0" presId="urn:microsoft.com/office/officeart/2005/8/layout/orgChart1"/>
    <dgm:cxn modelId="{E136BC2B-7A72-408F-B527-D810005ACECC}" type="presOf" srcId="{89E87143-79C2-4C6F-AAC7-72C567E6B7BF}" destId="{B9775425-2F05-4B66-8214-C2D0C93114CD}" srcOrd="0" destOrd="0" presId="urn:microsoft.com/office/officeart/2005/8/layout/orgChart1"/>
    <dgm:cxn modelId="{DD1A6A2E-A6A8-4A30-8146-66F6D9C609DB}" type="presOf" srcId="{D6D2DB5A-08BD-47C6-A167-8CE39D952022}" destId="{2954A5BF-707C-49FF-97CF-B86977A6BE4E}" srcOrd="1" destOrd="0" presId="urn:microsoft.com/office/officeart/2005/8/layout/orgChart1"/>
    <dgm:cxn modelId="{3B2B9931-E2E8-46D6-B6C4-A66970332F1F}" type="presOf" srcId="{567F68DA-1CAF-481B-9971-3D0CA9F5E4BD}" destId="{C87B1D16-3ABE-494C-B835-C0E4A910CB24}" srcOrd="0" destOrd="0" presId="urn:microsoft.com/office/officeart/2005/8/layout/orgChart1"/>
    <dgm:cxn modelId="{E2E52232-4BE4-4D60-B5F6-F3F18374D77F}" type="presOf" srcId="{7804139B-5EF4-4F88-A758-94D659F2DB77}" destId="{6E214D47-B6D4-4FE2-83DB-1ADC047FF9DE}" srcOrd="0" destOrd="0" presId="urn:microsoft.com/office/officeart/2005/8/layout/orgChart1"/>
    <dgm:cxn modelId="{A0F09333-DBFA-4800-B606-93BFFAEFB798}" srcId="{DB4367A7-CEBA-4D58-ADA1-3D0ADEC86F23}" destId="{8C6D7F25-09E2-4589-83D0-7A436403566B}" srcOrd="2" destOrd="0" parTransId="{79BB4B0C-90D4-4E52-8BF5-947F01F4C18C}" sibTransId="{B61D5A45-7EE6-444D-AAC6-C475BE1968A2}"/>
    <dgm:cxn modelId="{9554813D-3F53-4E29-B285-212DDE4F8BC5}" type="presOf" srcId="{BF557C52-3A12-4CFD-ABE6-711434F31F79}" destId="{04A06686-F908-46BA-B3C6-1F2EA0DE3025}" srcOrd="0" destOrd="0" presId="urn:microsoft.com/office/officeart/2005/8/layout/orgChart1"/>
    <dgm:cxn modelId="{02BD225F-4283-473A-866B-9C66FAE84139}" type="presOf" srcId="{0BE69BA1-F1BA-4852-9F7D-684BFAC23226}" destId="{9BE2475E-7810-4CBB-9647-C88A69D4C79B}" srcOrd="0" destOrd="0" presId="urn:microsoft.com/office/officeart/2005/8/layout/orgChart1"/>
    <dgm:cxn modelId="{317D855F-DFB2-40FE-98B5-DA6DF9E7B6EB}" srcId="{7804139B-5EF4-4F88-A758-94D659F2DB77}" destId="{9098EC6A-5F44-4CB3-BC9D-0AEF81B10507}" srcOrd="4" destOrd="0" parTransId="{6679A582-C9A4-4DB1-B7AF-9D64FF102105}" sibTransId="{483FF5B0-5834-4F9E-9114-0F83542A1234}"/>
    <dgm:cxn modelId="{8D470941-A39E-410C-AE49-AEC04A51D207}" srcId="{DF76F2FD-7402-4535-B4CC-FF88A0F19B27}" destId="{DB4367A7-CEBA-4D58-ADA1-3D0ADEC86F23}" srcOrd="1" destOrd="0" parTransId="{AC0175A9-126B-4290-9511-5F87EBF2B7BD}" sibTransId="{BE6EB2B5-502C-4960-9BC2-47F9BA6D9074}"/>
    <dgm:cxn modelId="{08328563-057E-4B05-BDDB-CD410CBACA94}" srcId="{8E70CD83-06D8-49E9-B6BB-8C6E7AA86162}" destId="{20D1B3BB-05CC-4448-BCB8-6A91B1BEA35B}" srcOrd="2" destOrd="0" parTransId="{E1923982-6CD5-4BC2-8A7C-5141EDAF6F19}" sibTransId="{8FFB306B-F88D-4339-A95A-631B655997F8}"/>
    <dgm:cxn modelId="{FBBCD564-BD30-45FE-967A-06FFB5146A1E}" type="presOf" srcId="{20D1B3BB-05CC-4448-BCB8-6A91B1BEA35B}" destId="{D034A402-F244-4508-93F1-04CFFB6FAADF}" srcOrd="0" destOrd="0" presId="urn:microsoft.com/office/officeart/2005/8/layout/orgChart1"/>
    <dgm:cxn modelId="{0732BF47-CFC4-49DF-A1DD-65038C15E290}" type="presOf" srcId="{AC0175A9-126B-4290-9511-5F87EBF2B7BD}" destId="{FA8314F9-F180-4BB5-A8CC-A3FAF9390C30}" srcOrd="0" destOrd="0" presId="urn:microsoft.com/office/officeart/2005/8/layout/orgChart1"/>
    <dgm:cxn modelId="{ECC1DC68-4726-4288-9F80-2311D96A0061}" type="presOf" srcId="{EC7BED2B-E54C-47D0-8290-8AC3F6BF3AFB}" destId="{6DCD795A-FBA7-48B0-983E-5137A559A4AD}" srcOrd="0" destOrd="0" presId="urn:microsoft.com/office/officeart/2005/8/layout/orgChart1"/>
    <dgm:cxn modelId="{E42BD96B-ACDE-41DD-8339-C166240D862B}" srcId="{89E87143-79C2-4C6F-AAC7-72C567E6B7BF}" destId="{3E8833D2-ADC3-446F-B5EA-9C6B09CC5FE7}" srcOrd="1" destOrd="0" parTransId="{BF95ECBD-6932-4DB8-9DD5-69667EB6142E}" sibTransId="{DCCCAFB0-6B32-48AA-AD33-78037CDFEBDC}"/>
    <dgm:cxn modelId="{DEAA2A4C-1811-4938-B6EC-F0BE43AB2299}" type="presOf" srcId="{B1A17BD9-D30E-4244-A2C7-8B998B432867}" destId="{B7B7D2F3-BB31-4E0F-88BA-3B383FBDB502}" srcOrd="0" destOrd="0" presId="urn:microsoft.com/office/officeart/2005/8/layout/orgChart1"/>
    <dgm:cxn modelId="{B57B8A4C-0D24-4BFD-A8CC-D1E0F42620CE}" type="presOf" srcId="{B993B90A-0D2F-4750-B867-49270551E1BF}" destId="{A25AE36C-B245-4FE7-8716-E4773272FA0D}" srcOrd="0" destOrd="0" presId="urn:microsoft.com/office/officeart/2005/8/layout/orgChart1"/>
    <dgm:cxn modelId="{D126164D-F5B5-4633-BC0B-6D3B7417C457}" srcId="{7804139B-5EF4-4F88-A758-94D659F2DB77}" destId="{DF76F2FD-7402-4535-B4CC-FF88A0F19B27}" srcOrd="0" destOrd="0" parTransId="{40D3DA63-385F-4228-A52A-E568C4BD156F}" sibTransId="{84A6E21A-0CE5-4FFA-B220-26C5050D3FA6}"/>
    <dgm:cxn modelId="{ECEA256D-B20E-45BA-9A80-EF28A7ED6342}" type="presOf" srcId="{F3D75D56-C5B3-4987-9443-54BA1F62E4A7}" destId="{52DD9405-884A-4479-99DA-8F650DB28237}" srcOrd="0" destOrd="0" presId="urn:microsoft.com/office/officeart/2005/8/layout/orgChart1"/>
    <dgm:cxn modelId="{425AC64D-FD3B-4625-AD94-C145B2B981B7}" srcId="{8E70CD83-06D8-49E9-B6BB-8C6E7AA86162}" destId="{4DCF0CFE-43F8-425E-AC2B-BD4679B2C994}" srcOrd="0" destOrd="0" parTransId="{D52F4B2E-8B5D-484E-BF97-D66AD44EDC89}" sibTransId="{88E6A43A-EC3C-403F-A689-5F0A553E9861}"/>
    <dgm:cxn modelId="{9B9DCA6D-BF42-422F-8FB7-4A72ECD36189}" type="presOf" srcId="{9098EC6A-5F44-4CB3-BC9D-0AEF81B10507}" destId="{18BC5D6A-2578-4CFC-8C42-56C8BED1E9F1}" srcOrd="0" destOrd="0" presId="urn:microsoft.com/office/officeart/2005/8/layout/orgChart1"/>
    <dgm:cxn modelId="{17812F6E-D561-4D04-ACAA-D211D1659B19}" srcId="{DF76F2FD-7402-4535-B4CC-FF88A0F19B27}" destId="{9E00E502-368A-4F16-B2A3-8B458C37478E}" srcOrd="0" destOrd="0" parTransId="{7C042D8E-BB46-4A31-B09B-DB5681CF6B6C}" sibTransId="{66C5AC46-3FDF-4583-B621-B22CA285DB73}"/>
    <dgm:cxn modelId="{D3A3E470-CDD6-4F27-8345-81F6B82DF6DB}" type="presOf" srcId="{8E70CD83-06D8-49E9-B6BB-8C6E7AA86162}" destId="{F6F30CF6-CA7F-441D-BBA4-DFDE8C0B6E96}" srcOrd="0" destOrd="0" presId="urn:microsoft.com/office/officeart/2005/8/layout/orgChart1"/>
    <dgm:cxn modelId="{4C9C6372-5BC1-45EC-988A-5B82287FC467}" type="presOf" srcId="{0F6D6C6C-5720-41C8-AF57-29DA9B45AE1D}" destId="{868F52FF-F3C7-42CC-918D-2CD8F97C8D34}" srcOrd="0" destOrd="0" presId="urn:microsoft.com/office/officeart/2005/8/layout/orgChart1"/>
    <dgm:cxn modelId="{256D8678-0DBC-437D-BC12-3669C06BFB5D}" srcId="{7804139B-5EF4-4F88-A758-94D659F2DB77}" destId="{25638ACB-0D08-44DD-ADCC-93E7C92D115A}" srcOrd="6" destOrd="0" parTransId="{E8E5E2CB-4EC6-41FC-9777-82220082DEB5}" sibTransId="{1BA62A81-6F8D-43F2-A4DD-4BB42568A794}"/>
    <dgm:cxn modelId="{D450547A-9383-4D0F-9D8D-7FFFD25F04DB}" type="presOf" srcId="{B1A17BD9-D30E-4244-A2C7-8B998B432867}" destId="{899634D2-C77A-4157-955C-4AC3F314C15E}" srcOrd="1" destOrd="0" presId="urn:microsoft.com/office/officeart/2005/8/layout/orgChart1"/>
    <dgm:cxn modelId="{CAE93C86-5E6F-406B-81FD-1FEA49B9426B}" srcId="{7804139B-5EF4-4F88-A758-94D659F2DB77}" destId="{89E87143-79C2-4C6F-AAC7-72C567E6B7BF}" srcOrd="1" destOrd="0" parTransId="{0BE69BA1-F1BA-4852-9F7D-684BFAC23226}" sibTransId="{7B8A156B-990D-4058-81B0-D715CF54DA3C}"/>
    <dgm:cxn modelId="{4653C187-062A-43BB-B192-9A6460ADBBEB}" type="presOf" srcId="{8C6D7F25-09E2-4589-83D0-7A436403566B}" destId="{C1BBB793-CED2-4686-9467-471A9F6F8836}" srcOrd="0" destOrd="0" presId="urn:microsoft.com/office/officeart/2005/8/layout/orgChart1"/>
    <dgm:cxn modelId="{3750D794-4558-4F80-9D2D-F3E6777E1CB7}" type="presOf" srcId="{1CB39220-8DE8-4B17-BEB7-5CB34355350A}" destId="{394510A9-38A4-444D-9155-D93297A2ACE4}" srcOrd="0" destOrd="0" presId="urn:microsoft.com/office/officeart/2005/8/layout/orgChart1"/>
    <dgm:cxn modelId="{6D94C198-5B77-425B-A9A1-4A1B6E6FD1D9}" type="presOf" srcId="{0F6D6C6C-5720-41C8-AF57-29DA9B45AE1D}" destId="{6C433EA1-786A-4FDF-AC2F-995583CC50B5}" srcOrd="1" destOrd="0" presId="urn:microsoft.com/office/officeart/2005/8/layout/orgChart1"/>
    <dgm:cxn modelId="{D5EBC29A-5247-4CC8-AE26-39DE24EB87BA}" type="presOf" srcId="{58E04061-46AB-41E9-BD49-7D69F90EBE78}" destId="{BF1BA83D-81D4-49A5-8962-44158FC0CE32}" srcOrd="1" destOrd="0" presId="urn:microsoft.com/office/officeart/2005/8/layout/orgChart1"/>
    <dgm:cxn modelId="{DC48119B-B2F2-46A1-BE24-80593EFD0E3F}" srcId="{7804139B-5EF4-4F88-A758-94D659F2DB77}" destId="{1CB39220-8DE8-4B17-BEB7-5CB34355350A}" srcOrd="3" destOrd="0" parTransId="{E89EA839-8D69-460C-B00E-0024505CA3B4}" sibTransId="{9F4DCD2D-C303-4441-B535-B4601102BDAB}"/>
    <dgm:cxn modelId="{7F4F469D-0ADE-4617-89B0-80BD4D32C272}" type="presOf" srcId="{40D3DA63-385F-4228-A52A-E568C4BD156F}" destId="{846F7CCE-0558-4ED0-B07D-1053DC353E3B}" srcOrd="0" destOrd="0" presId="urn:microsoft.com/office/officeart/2005/8/layout/orgChart1"/>
    <dgm:cxn modelId="{A250DE9D-60FC-4669-A1C4-6E2B6E9E49C7}" type="presOf" srcId="{DCEB8580-0175-4593-94A4-363A105A65E6}" destId="{3A31ED05-0F4A-4579-9AB4-37E1609830AE}" srcOrd="0" destOrd="0" presId="urn:microsoft.com/office/officeart/2005/8/layout/orgChart1"/>
    <dgm:cxn modelId="{8BD3E59E-EE88-4C28-B7BC-F6C3F3E3223C}" type="presOf" srcId="{E8E5E2CB-4EC6-41FC-9777-82220082DEB5}" destId="{69AE5132-A01C-4E0C-8692-8CEA41000F12}" srcOrd="0" destOrd="0" presId="urn:microsoft.com/office/officeart/2005/8/layout/orgChart1"/>
    <dgm:cxn modelId="{8AAB209F-7A6B-4FD1-B54D-BBB6A767BEED}" type="presOf" srcId="{25638ACB-0D08-44DD-ADCC-93E7C92D115A}" destId="{3440A620-FDC7-4603-B66A-EC6327F48637}" srcOrd="1" destOrd="0" presId="urn:microsoft.com/office/officeart/2005/8/layout/orgChart1"/>
    <dgm:cxn modelId="{150E99A1-AE1C-4E56-A5E2-1602110F05C6}" srcId="{7804139B-5EF4-4F88-A758-94D659F2DB77}" destId="{1F7505BF-96DD-408F-A361-F60EFCA4EFDD}" srcOrd="2" destOrd="0" parTransId="{9367D41F-AC27-439F-AC56-8C43D77C5A9E}" sibTransId="{5564D1B7-18C8-4D95-9A3C-F29F36FDEF45}"/>
    <dgm:cxn modelId="{09060CA6-E1FA-4D6C-943C-B785A0B4E39A}" type="presOf" srcId="{3E8833D2-ADC3-446F-B5EA-9C6B09CC5FE7}" destId="{0E84CE63-68E4-43F3-8456-F00C3983708B}" srcOrd="0" destOrd="0" presId="urn:microsoft.com/office/officeart/2005/8/layout/orgChart1"/>
    <dgm:cxn modelId="{666EB9AB-BF20-448E-BB82-5660D13A4546}" srcId="{DB4367A7-CEBA-4D58-ADA1-3D0ADEC86F23}" destId="{E46EA358-8735-42E8-9F45-F690D7A8A261}" srcOrd="1" destOrd="0" parTransId="{46ECF86E-C05F-4B96-97D5-EE361B15803F}" sibTransId="{901B7A46-8774-474D-A92E-70BA06E33C0B}"/>
    <dgm:cxn modelId="{DB6741B1-E076-4777-B1A8-F8904C73E156}" type="presOf" srcId="{4DCF0CFE-43F8-425E-AC2B-BD4679B2C994}" destId="{7456060D-BF10-4A33-B155-5705ACEDFC96}" srcOrd="0" destOrd="0" presId="urn:microsoft.com/office/officeart/2005/8/layout/orgChart1"/>
    <dgm:cxn modelId="{D96668B2-7226-4576-85FA-F85ACB1CB505}" type="presOf" srcId="{9E00E502-368A-4F16-B2A3-8B458C37478E}" destId="{0EBB17DC-CABB-4756-A541-6AD09C738DF7}" srcOrd="1" destOrd="0" presId="urn:microsoft.com/office/officeart/2005/8/layout/orgChart1"/>
    <dgm:cxn modelId="{439FE9B2-CC8E-47CF-90E7-2C567FC04796}" type="presOf" srcId="{567F68DA-1CAF-481B-9971-3D0CA9F5E4BD}" destId="{3C89598D-D858-4CC1-BAB6-34D613A8CA68}" srcOrd="1" destOrd="0" presId="urn:microsoft.com/office/officeart/2005/8/layout/orgChart1"/>
    <dgm:cxn modelId="{053AAEB4-41EF-4377-B2F3-5AFABEB45A32}" type="presOf" srcId="{58E04061-46AB-41E9-BD49-7D69F90EBE78}" destId="{55ACD317-6F0E-4970-B1C7-DF3A0B7E19CA}" srcOrd="0" destOrd="0" presId="urn:microsoft.com/office/officeart/2005/8/layout/orgChart1"/>
    <dgm:cxn modelId="{73A987BA-1F8F-4AEB-BA09-806A0F574A33}" srcId="{7804139B-5EF4-4F88-A758-94D659F2DB77}" destId="{D6D2DB5A-08BD-47C6-A167-8CE39D952022}" srcOrd="5" destOrd="0" parTransId="{BF557C52-3A12-4CFD-ABE6-711434F31F79}" sibTransId="{B1BFD31C-3192-4854-937D-7F1EACF16BC2}"/>
    <dgm:cxn modelId="{B379CFBD-F9A8-423F-B33B-7359B9DEB0F6}" type="presOf" srcId="{79BB4B0C-90D4-4E52-8BF5-947F01F4C18C}" destId="{B5B84407-C3BA-49DF-A05A-5FBC8A8EFE9C}" srcOrd="0" destOrd="0" presId="urn:microsoft.com/office/officeart/2005/8/layout/orgChart1"/>
    <dgm:cxn modelId="{FA4EB3C2-A150-4132-B3FA-991DFC8D7F52}" type="presOf" srcId="{9FD2F9A8-9FDB-477F-9066-48D45F4AE06E}" destId="{0F8378F4-2A75-425C-8F90-94B437D35C68}" srcOrd="0" destOrd="0" presId="urn:microsoft.com/office/officeart/2005/8/layout/orgChart1"/>
    <dgm:cxn modelId="{ECE455C4-2C65-4F0A-8CE8-587E0702834D}" type="presOf" srcId="{20D1B3BB-05CC-4448-BCB8-6A91B1BEA35B}" destId="{4E3773EF-F2A5-4E73-9773-D0B46CCB5870}" srcOrd="1" destOrd="0" presId="urn:microsoft.com/office/officeart/2005/8/layout/orgChart1"/>
    <dgm:cxn modelId="{2B0BD0C6-9D3F-41F0-8623-A3613921EB8D}" srcId="{DB4367A7-CEBA-4D58-ADA1-3D0ADEC86F23}" destId="{58E04061-46AB-41E9-BD49-7D69F90EBE78}" srcOrd="0" destOrd="0" parTransId="{B993B90A-0D2F-4750-B867-49270551E1BF}" sibTransId="{F6F37610-750F-415C-93C2-862B7CD18FAD}"/>
    <dgm:cxn modelId="{F0D239C7-63D4-4AB8-9885-3B886CFE2BFA}" srcId="{1CB39220-8DE8-4B17-BEB7-5CB34355350A}" destId="{567F68DA-1CAF-481B-9971-3D0CA9F5E4BD}" srcOrd="0" destOrd="0" parTransId="{9FD2F9A8-9FDB-477F-9066-48D45F4AE06E}" sibTransId="{5365AB29-3598-4BF9-B11A-8722896898AD}"/>
    <dgm:cxn modelId="{A91BF4CC-FA98-4F42-A51E-98713ECBC154}" type="presOf" srcId="{1F7505BF-96DD-408F-A361-F60EFCA4EFDD}" destId="{E996E707-B56E-480B-B3EA-F8A010E6B777}" srcOrd="0" destOrd="0" presId="urn:microsoft.com/office/officeart/2005/8/layout/orgChart1"/>
    <dgm:cxn modelId="{655722CD-3C47-432F-B102-FC21AB5C8DE7}" type="presOf" srcId="{DF76F2FD-7402-4535-B4CC-FF88A0F19B27}" destId="{4BFCE55A-EE83-4291-ABB9-01B9B6F03E1D}" srcOrd="1" destOrd="0" presId="urn:microsoft.com/office/officeart/2005/8/layout/orgChart1"/>
    <dgm:cxn modelId="{79CD27CF-987C-46F2-9412-6AE2F922771F}" type="presOf" srcId="{7804139B-5EF4-4F88-A758-94D659F2DB77}" destId="{0D97CD2E-50AD-4578-90F3-AD420A435E30}" srcOrd="1" destOrd="0" presId="urn:microsoft.com/office/officeart/2005/8/layout/orgChart1"/>
    <dgm:cxn modelId="{E9665CD3-937C-41BE-AEC0-40E713DC9A64}" type="presOf" srcId="{25638ACB-0D08-44DD-ADCC-93E7C92D115A}" destId="{1F4A0D02-A362-4BD7-80C8-1DB3E6AAADCA}" srcOrd="0" destOrd="0" presId="urn:microsoft.com/office/officeart/2005/8/layout/orgChart1"/>
    <dgm:cxn modelId="{B536A8D3-726F-4748-9A9B-5252D9415CFF}" type="presOf" srcId="{9E00E502-368A-4F16-B2A3-8B458C37478E}" destId="{AB184423-C41F-425D-B3E2-6455D293FFC5}" srcOrd="0" destOrd="0" presId="urn:microsoft.com/office/officeart/2005/8/layout/orgChart1"/>
    <dgm:cxn modelId="{BE2F5FD4-F203-45C1-80B5-16B6FB97A7CB}" srcId="{1CB39220-8DE8-4B17-BEB7-5CB34355350A}" destId="{B1A17BD9-D30E-4244-A2C7-8B998B432867}" srcOrd="2" destOrd="0" parTransId="{F3D75D56-C5B3-4987-9443-54BA1F62E4A7}" sibTransId="{54FF2A33-AC10-4F7F-92EF-98ED4CF0007F}"/>
    <dgm:cxn modelId="{167873D4-23BE-4283-B9C9-C149C0C16CE0}" type="presOf" srcId="{DB4367A7-CEBA-4D58-ADA1-3D0ADEC86F23}" destId="{A0A7C005-0ED9-4EA4-AE36-56673D423B28}" srcOrd="0" destOrd="0" presId="urn:microsoft.com/office/officeart/2005/8/layout/orgChart1"/>
    <dgm:cxn modelId="{7DBD1ED5-E077-4B48-8CB1-4C4B7C00CA2A}" type="presOf" srcId="{E46EA358-8735-42E8-9F45-F690D7A8A261}" destId="{FABA72F1-9A18-4C78-B1E6-07CC111E5ACA}" srcOrd="1" destOrd="0" presId="urn:microsoft.com/office/officeart/2005/8/layout/orgChart1"/>
    <dgm:cxn modelId="{BB186FD5-4B58-4A37-9A1D-8915F8B41DC7}" type="presOf" srcId="{1F7505BF-96DD-408F-A361-F60EFCA4EFDD}" destId="{C0057EA0-52F7-40FA-99AD-EBC4805B2491}" srcOrd="1" destOrd="0" presId="urn:microsoft.com/office/officeart/2005/8/layout/orgChart1"/>
    <dgm:cxn modelId="{FAEA3CDE-130A-482B-93B6-0794C6277B08}" srcId="{89E87143-79C2-4C6F-AAC7-72C567E6B7BF}" destId="{0F6D6C6C-5720-41C8-AF57-29DA9B45AE1D}" srcOrd="0" destOrd="0" parTransId="{839BB195-5A58-4D2E-B9A2-18CA568E4FDD}" sibTransId="{50D208E3-1B41-4912-A911-967EABA5F0E5}"/>
    <dgm:cxn modelId="{79B700DF-EC56-4965-848F-1DF057EB9200}" type="presOf" srcId="{6679A582-C9A4-4DB1-B7AF-9D64FF102105}" destId="{E1A8DA49-E6A5-466D-8368-BBB650E89AD8}" srcOrd="0" destOrd="0" presId="urn:microsoft.com/office/officeart/2005/8/layout/orgChart1"/>
    <dgm:cxn modelId="{F19B4DDF-DDE3-4A69-BEC6-C1312CE244EA}" type="presOf" srcId="{4DCF0CFE-43F8-425E-AC2B-BD4679B2C994}" destId="{03B07DF3-FC1C-4306-8991-8B7486EC9E34}" srcOrd="1" destOrd="0" presId="urn:microsoft.com/office/officeart/2005/8/layout/orgChart1"/>
    <dgm:cxn modelId="{5D714CE1-190F-4FE9-BD05-F5DB5516487B}" type="presOf" srcId="{E89EA839-8D69-460C-B00E-0024505CA3B4}" destId="{59DF5EBD-9811-44E0-8D9A-AF801E4031D9}" srcOrd="0" destOrd="0" presId="urn:microsoft.com/office/officeart/2005/8/layout/orgChart1"/>
    <dgm:cxn modelId="{6D7594E1-4CB7-4D79-9102-6173C7D2F1A4}" type="presOf" srcId="{9367D41F-AC27-439F-AC56-8C43D77C5A9E}" destId="{41E9F899-72E5-4234-8C9B-A86DBBC20C9C}" srcOrd="0" destOrd="0" presId="urn:microsoft.com/office/officeart/2005/8/layout/orgChart1"/>
    <dgm:cxn modelId="{C28F10E6-100B-436A-8F7A-89AE1582B2A2}" type="presOf" srcId="{89E87143-79C2-4C6F-AAC7-72C567E6B7BF}" destId="{FD8CFE21-794E-42C7-9115-0707AA00A706}" srcOrd="1" destOrd="0" presId="urn:microsoft.com/office/officeart/2005/8/layout/orgChart1"/>
    <dgm:cxn modelId="{0628D5F2-427B-4EC3-AC70-78BF13547472}" type="presOf" srcId="{46ECF86E-C05F-4B96-97D5-EE361B15803F}" destId="{4F848005-1B0B-4175-93D1-C25851158903}" srcOrd="0" destOrd="0" presId="urn:microsoft.com/office/officeart/2005/8/layout/orgChart1"/>
    <dgm:cxn modelId="{E4FE0BFA-41D6-4CD6-806B-B445417995D4}" type="presOf" srcId="{7C042D8E-BB46-4A31-B09B-DB5681CF6B6C}" destId="{644478C9-C1F7-42CA-BE7E-CEBC68298828}" srcOrd="0" destOrd="0" presId="urn:microsoft.com/office/officeart/2005/8/layout/orgChart1"/>
    <dgm:cxn modelId="{773D4FFD-C797-4464-9CBB-EB7EA6783FA8}" type="presOf" srcId="{D6D2DB5A-08BD-47C6-A167-8CE39D952022}" destId="{8BD2D5D6-C495-4376-B8DC-8B43B459FF68}" srcOrd="0" destOrd="0" presId="urn:microsoft.com/office/officeart/2005/8/layout/orgChart1"/>
    <dgm:cxn modelId="{CC1340FE-5057-480E-802B-55814B1DFDA2}" type="presOf" srcId="{BF95ECBD-6932-4DB8-9DD5-69667EB6142E}" destId="{EB12DEE9-D268-4E40-9DAB-81EE9A6DB34C}" srcOrd="0" destOrd="0" presId="urn:microsoft.com/office/officeart/2005/8/layout/orgChart1"/>
    <dgm:cxn modelId="{630B57FE-3DF5-442C-8C0D-33E28846DD59}" srcId="{1CB39220-8DE8-4B17-BEB7-5CB34355350A}" destId="{EC7BED2B-E54C-47D0-8290-8AC3F6BF3AFB}" srcOrd="1" destOrd="0" parTransId="{DCEB8580-0175-4593-94A4-363A105A65E6}" sibTransId="{19778BF7-71E1-4224-8A44-8343EABA7123}"/>
    <dgm:cxn modelId="{E7FE920A-14CD-4A73-9FF8-04D4D948A32E}" type="presParOf" srcId="{F6F30CF6-CA7F-441D-BBA4-DFDE8C0B6E96}" destId="{D75E5332-22FE-43AD-BA22-625EBDCF4B7D}" srcOrd="0" destOrd="0" presId="urn:microsoft.com/office/officeart/2005/8/layout/orgChart1"/>
    <dgm:cxn modelId="{B2342C5A-A710-4454-BF0B-6F4F15DA47D2}" type="presParOf" srcId="{D75E5332-22FE-43AD-BA22-625EBDCF4B7D}" destId="{5451BCEB-81C8-4256-AC10-1406EC8A6493}" srcOrd="0" destOrd="0" presId="urn:microsoft.com/office/officeart/2005/8/layout/orgChart1"/>
    <dgm:cxn modelId="{D0BE19AA-C3DC-42BC-B123-E226C14A7C92}" type="presParOf" srcId="{5451BCEB-81C8-4256-AC10-1406EC8A6493}" destId="{7456060D-BF10-4A33-B155-5705ACEDFC96}" srcOrd="0" destOrd="0" presId="urn:microsoft.com/office/officeart/2005/8/layout/orgChart1"/>
    <dgm:cxn modelId="{EC123A44-C758-4788-B34C-CD3A1CB0E969}" type="presParOf" srcId="{5451BCEB-81C8-4256-AC10-1406EC8A6493}" destId="{03B07DF3-FC1C-4306-8991-8B7486EC9E34}" srcOrd="1" destOrd="0" presId="urn:microsoft.com/office/officeart/2005/8/layout/orgChart1"/>
    <dgm:cxn modelId="{D79FB359-61DB-46BF-9BF1-A628115C2611}" type="presParOf" srcId="{D75E5332-22FE-43AD-BA22-625EBDCF4B7D}" destId="{8A719BC4-1019-43DC-82D0-F4D31F95C434}" srcOrd="1" destOrd="0" presId="urn:microsoft.com/office/officeart/2005/8/layout/orgChart1"/>
    <dgm:cxn modelId="{98A32841-1854-4CC1-A4B2-04C76E5ED521}" type="presParOf" srcId="{D75E5332-22FE-43AD-BA22-625EBDCF4B7D}" destId="{B231F01A-AA1C-4936-990B-A86DEBA7BA1C}" srcOrd="2" destOrd="0" presId="urn:microsoft.com/office/officeart/2005/8/layout/orgChart1"/>
    <dgm:cxn modelId="{66A4BBB9-464B-4ECD-92EF-35D846459BCE}" type="presParOf" srcId="{F6F30CF6-CA7F-441D-BBA4-DFDE8C0B6E96}" destId="{039663CE-AB2E-4BF1-8AA9-423E60D1ADAC}" srcOrd="1" destOrd="0" presId="urn:microsoft.com/office/officeart/2005/8/layout/orgChart1"/>
    <dgm:cxn modelId="{3C487441-DD06-4E96-A44F-6834859B9AE7}" type="presParOf" srcId="{039663CE-AB2E-4BF1-8AA9-423E60D1ADAC}" destId="{D4F87CBE-472D-4F5C-9B19-02B22E26BC5E}" srcOrd="0" destOrd="0" presId="urn:microsoft.com/office/officeart/2005/8/layout/orgChart1"/>
    <dgm:cxn modelId="{D0DAA4AB-D833-495B-8AEE-3A12810D8914}" type="presParOf" srcId="{D4F87CBE-472D-4F5C-9B19-02B22E26BC5E}" destId="{6E214D47-B6D4-4FE2-83DB-1ADC047FF9DE}" srcOrd="0" destOrd="0" presId="urn:microsoft.com/office/officeart/2005/8/layout/orgChart1"/>
    <dgm:cxn modelId="{8F2B5846-615B-4058-A010-4D067E03D8E1}" type="presParOf" srcId="{D4F87CBE-472D-4F5C-9B19-02B22E26BC5E}" destId="{0D97CD2E-50AD-4578-90F3-AD420A435E30}" srcOrd="1" destOrd="0" presId="urn:microsoft.com/office/officeart/2005/8/layout/orgChart1"/>
    <dgm:cxn modelId="{9F8524D6-B9BE-436F-B71B-58670E604A66}" type="presParOf" srcId="{039663CE-AB2E-4BF1-8AA9-423E60D1ADAC}" destId="{5468B6E1-341B-4189-9124-02366819BF02}" srcOrd="1" destOrd="0" presId="urn:microsoft.com/office/officeart/2005/8/layout/orgChart1"/>
    <dgm:cxn modelId="{9A009982-6380-4F92-9284-C7600AA674F1}" type="presParOf" srcId="{5468B6E1-341B-4189-9124-02366819BF02}" destId="{846F7CCE-0558-4ED0-B07D-1053DC353E3B}" srcOrd="0" destOrd="0" presId="urn:microsoft.com/office/officeart/2005/8/layout/orgChart1"/>
    <dgm:cxn modelId="{E1A7EA06-F011-4ADE-A947-0BFD2DA59498}" type="presParOf" srcId="{5468B6E1-341B-4189-9124-02366819BF02}" destId="{58705BE4-3A2B-4B2D-AC3F-CB198083C217}" srcOrd="1" destOrd="0" presId="urn:microsoft.com/office/officeart/2005/8/layout/orgChart1"/>
    <dgm:cxn modelId="{23EAE1C4-97A0-465B-825E-A07EB8FBA449}" type="presParOf" srcId="{58705BE4-3A2B-4B2D-AC3F-CB198083C217}" destId="{7AA4A764-334D-4948-9DE2-586096E33644}" srcOrd="0" destOrd="0" presId="urn:microsoft.com/office/officeart/2005/8/layout/orgChart1"/>
    <dgm:cxn modelId="{B350262B-3EA4-4123-9D37-24DD2B6934CF}" type="presParOf" srcId="{7AA4A764-334D-4948-9DE2-586096E33644}" destId="{3CD0CC05-6949-4D32-93A4-9314D5D89E93}" srcOrd="0" destOrd="0" presId="urn:microsoft.com/office/officeart/2005/8/layout/orgChart1"/>
    <dgm:cxn modelId="{14BCEF4A-F404-4B13-9152-506852350F42}" type="presParOf" srcId="{7AA4A764-334D-4948-9DE2-586096E33644}" destId="{4BFCE55A-EE83-4291-ABB9-01B9B6F03E1D}" srcOrd="1" destOrd="0" presId="urn:microsoft.com/office/officeart/2005/8/layout/orgChart1"/>
    <dgm:cxn modelId="{09DE858B-9DA4-4B86-ABB3-33EE344FED39}" type="presParOf" srcId="{58705BE4-3A2B-4B2D-AC3F-CB198083C217}" destId="{B69B3096-2AEE-46B5-9E6D-D460561B001E}" srcOrd="1" destOrd="0" presId="urn:microsoft.com/office/officeart/2005/8/layout/orgChart1"/>
    <dgm:cxn modelId="{BA4BC1A4-E57D-4797-A7FF-88872C7E1A15}" type="presParOf" srcId="{B69B3096-2AEE-46B5-9E6D-D460561B001E}" destId="{644478C9-C1F7-42CA-BE7E-CEBC68298828}" srcOrd="0" destOrd="0" presId="urn:microsoft.com/office/officeart/2005/8/layout/orgChart1"/>
    <dgm:cxn modelId="{C6BD1B30-9DEB-4F51-B1A2-BD414CD08534}" type="presParOf" srcId="{B69B3096-2AEE-46B5-9E6D-D460561B001E}" destId="{E31AFA12-C448-4372-9DC6-FA46D55CE02F}" srcOrd="1" destOrd="0" presId="urn:microsoft.com/office/officeart/2005/8/layout/orgChart1"/>
    <dgm:cxn modelId="{377B5D51-6815-44B5-B9FD-B0CA4305D99D}" type="presParOf" srcId="{E31AFA12-C448-4372-9DC6-FA46D55CE02F}" destId="{3E6D40AA-07F3-4D5F-89F2-274DADE280EB}" srcOrd="0" destOrd="0" presId="urn:microsoft.com/office/officeart/2005/8/layout/orgChart1"/>
    <dgm:cxn modelId="{7B39AA99-9F43-4042-806F-25B57570ECB2}" type="presParOf" srcId="{3E6D40AA-07F3-4D5F-89F2-274DADE280EB}" destId="{AB184423-C41F-425D-B3E2-6455D293FFC5}" srcOrd="0" destOrd="0" presId="urn:microsoft.com/office/officeart/2005/8/layout/orgChart1"/>
    <dgm:cxn modelId="{67CBDC55-0C30-4C67-8D21-155E0E5FC6F7}" type="presParOf" srcId="{3E6D40AA-07F3-4D5F-89F2-274DADE280EB}" destId="{0EBB17DC-CABB-4756-A541-6AD09C738DF7}" srcOrd="1" destOrd="0" presId="urn:microsoft.com/office/officeart/2005/8/layout/orgChart1"/>
    <dgm:cxn modelId="{E6CBDDF7-1C73-43A5-9389-5FA451AFA906}" type="presParOf" srcId="{E31AFA12-C448-4372-9DC6-FA46D55CE02F}" destId="{D084B50E-9588-43E0-8DF4-6BC1CDC50CAB}" srcOrd="1" destOrd="0" presId="urn:microsoft.com/office/officeart/2005/8/layout/orgChart1"/>
    <dgm:cxn modelId="{6BCDEAC2-D5D6-402B-A049-87CC5414502B}" type="presParOf" srcId="{E31AFA12-C448-4372-9DC6-FA46D55CE02F}" destId="{79A7CCBF-70E4-4341-93D8-CBA10897ABAA}" srcOrd="2" destOrd="0" presId="urn:microsoft.com/office/officeart/2005/8/layout/orgChart1"/>
    <dgm:cxn modelId="{18E2F7A5-37AC-4ED8-B3D3-65968402460D}" type="presParOf" srcId="{B69B3096-2AEE-46B5-9E6D-D460561B001E}" destId="{FA8314F9-F180-4BB5-A8CC-A3FAF9390C30}" srcOrd="2" destOrd="0" presId="urn:microsoft.com/office/officeart/2005/8/layout/orgChart1"/>
    <dgm:cxn modelId="{0CF87B3D-EEFA-4623-AD97-EE77682665CD}" type="presParOf" srcId="{B69B3096-2AEE-46B5-9E6D-D460561B001E}" destId="{7E3CE0CC-CDEB-4984-BC04-87AB05C5DA85}" srcOrd="3" destOrd="0" presId="urn:microsoft.com/office/officeart/2005/8/layout/orgChart1"/>
    <dgm:cxn modelId="{4CE44150-BC54-4135-B991-EE7C359EB948}" type="presParOf" srcId="{7E3CE0CC-CDEB-4984-BC04-87AB05C5DA85}" destId="{C236C591-1676-4051-A3F9-315D79445610}" srcOrd="0" destOrd="0" presId="urn:microsoft.com/office/officeart/2005/8/layout/orgChart1"/>
    <dgm:cxn modelId="{2B5FDC60-8F56-48CA-9E84-24C33A804F19}" type="presParOf" srcId="{C236C591-1676-4051-A3F9-315D79445610}" destId="{A0A7C005-0ED9-4EA4-AE36-56673D423B28}" srcOrd="0" destOrd="0" presId="urn:microsoft.com/office/officeart/2005/8/layout/orgChart1"/>
    <dgm:cxn modelId="{53EED1C2-7257-471C-85A9-541DF2F55C4E}" type="presParOf" srcId="{C236C591-1676-4051-A3F9-315D79445610}" destId="{FC68B37F-4CC4-49C5-8D24-BDC06297A1EE}" srcOrd="1" destOrd="0" presId="urn:microsoft.com/office/officeart/2005/8/layout/orgChart1"/>
    <dgm:cxn modelId="{EC0A9A23-3676-4BDB-92FE-BECBF6219794}" type="presParOf" srcId="{7E3CE0CC-CDEB-4984-BC04-87AB05C5DA85}" destId="{F3022E7C-ADEC-4DB1-A8A6-F40EE7A629D2}" srcOrd="1" destOrd="0" presId="urn:microsoft.com/office/officeart/2005/8/layout/orgChart1"/>
    <dgm:cxn modelId="{81042DA3-BB9F-4235-B99E-AF69AC125583}" type="presParOf" srcId="{F3022E7C-ADEC-4DB1-A8A6-F40EE7A629D2}" destId="{A25AE36C-B245-4FE7-8716-E4773272FA0D}" srcOrd="0" destOrd="0" presId="urn:microsoft.com/office/officeart/2005/8/layout/orgChart1"/>
    <dgm:cxn modelId="{2EF5269E-29BC-4B4F-AD27-157C509D00DA}" type="presParOf" srcId="{F3022E7C-ADEC-4DB1-A8A6-F40EE7A629D2}" destId="{1AF90414-791F-4567-B1E4-57439FCB7D46}" srcOrd="1" destOrd="0" presId="urn:microsoft.com/office/officeart/2005/8/layout/orgChart1"/>
    <dgm:cxn modelId="{237DCD5C-940A-4FD5-92BB-6E38F6453B9B}" type="presParOf" srcId="{1AF90414-791F-4567-B1E4-57439FCB7D46}" destId="{704A7A84-4B82-4FD3-B42B-9CAEA48B04BA}" srcOrd="0" destOrd="0" presId="urn:microsoft.com/office/officeart/2005/8/layout/orgChart1"/>
    <dgm:cxn modelId="{1ABC4E53-357E-4919-B376-5D6BE5B89235}" type="presParOf" srcId="{704A7A84-4B82-4FD3-B42B-9CAEA48B04BA}" destId="{55ACD317-6F0E-4970-B1C7-DF3A0B7E19CA}" srcOrd="0" destOrd="0" presId="urn:microsoft.com/office/officeart/2005/8/layout/orgChart1"/>
    <dgm:cxn modelId="{CF5AD2F3-CDFD-4306-B280-7FD1FAF8A85E}" type="presParOf" srcId="{704A7A84-4B82-4FD3-B42B-9CAEA48B04BA}" destId="{BF1BA83D-81D4-49A5-8962-44158FC0CE32}" srcOrd="1" destOrd="0" presId="urn:microsoft.com/office/officeart/2005/8/layout/orgChart1"/>
    <dgm:cxn modelId="{57EC1F66-AF02-4283-8792-CB7E6302F415}" type="presParOf" srcId="{1AF90414-791F-4567-B1E4-57439FCB7D46}" destId="{323AE549-54FB-4659-B435-46CF62B9A974}" srcOrd="1" destOrd="0" presId="urn:microsoft.com/office/officeart/2005/8/layout/orgChart1"/>
    <dgm:cxn modelId="{EE7C635E-6447-4EA5-A940-CE2D6C184266}" type="presParOf" srcId="{1AF90414-791F-4567-B1E4-57439FCB7D46}" destId="{EC865698-5BBB-4069-BFB0-E7609FADEB5E}" srcOrd="2" destOrd="0" presId="urn:microsoft.com/office/officeart/2005/8/layout/orgChart1"/>
    <dgm:cxn modelId="{1F4440B4-0F74-4A0D-AA94-A48021FAE4B8}" type="presParOf" srcId="{F3022E7C-ADEC-4DB1-A8A6-F40EE7A629D2}" destId="{4F848005-1B0B-4175-93D1-C25851158903}" srcOrd="2" destOrd="0" presId="urn:microsoft.com/office/officeart/2005/8/layout/orgChart1"/>
    <dgm:cxn modelId="{27157D5D-F254-4368-A76F-2DC69C10DEED}" type="presParOf" srcId="{F3022E7C-ADEC-4DB1-A8A6-F40EE7A629D2}" destId="{2B842F19-F4F3-46C2-9F79-2BB86DB81079}" srcOrd="3" destOrd="0" presId="urn:microsoft.com/office/officeart/2005/8/layout/orgChart1"/>
    <dgm:cxn modelId="{0D070D5A-B6FF-4715-849C-C30457A249BA}" type="presParOf" srcId="{2B842F19-F4F3-46C2-9F79-2BB86DB81079}" destId="{0CC2648A-519E-4F08-8DD4-9E51F814A3F0}" srcOrd="0" destOrd="0" presId="urn:microsoft.com/office/officeart/2005/8/layout/orgChart1"/>
    <dgm:cxn modelId="{5DDE71FF-3C5E-44EA-965B-FE78B1568C87}" type="presParOf" srcId="{0CC2648A-519E-4F08-8DD4-9E51F814A3F0}" destId="{657AEA23-EF48-47C4-9367-C65EB48DC116}" srcOrd="0" destOrd="0" presId="urn:microsoft.com/office/officeart/2005/8/layout/orgChart1"/>
    <dgm:cxn modelId="{DDA0E140-8016-497E-A0CF-A5FE0B702D4C}" type="presParOf" srcId="{0CC2648A-519E-4F08-8DD4-9E51F814A3F0}" destId="{FABA72F1-9A18-4C78-B1E6-07CC111E5ACA}" srcOrd="1" destOrd="0" presId="urn:microsoft.com/office/officeart/2005/8/layout/orgChart1"/>
    <dgm:cxn modelId="{0135E536-80E1-4DB0-B564-A3E82E029378}" type="presParOf" srcId="{2B842F19-F4F3-46C2-9F79-2BB86DB81079}" destId="{53179921-2702-4372-9175-75F03BFDE29E}" srcOrd="1" destOrd="0" presId="urn:microsoft.com/office/officeart/2005/8/layout/orgChart1"/>
    <dgm:cxn modelId="{D37FDD31-4AB5-4E07-821F-238025698133}" type="presParOf" srcId="{2B842F19-F4F3-46C2-9F79-2BB86DB81079}" destId="{3DAAA28E-302A-4659-B7DD-5DFADA184E96}" srcOrd="2" destOrd="0" presId="urn:microsoft.com/office/officeart/2005/8/layout/orgChart1"/>
    <dgm:cxn modelId="{26D4527B-D638-44F7-AA93-8D9E9BEAD559}" type="presParOf" srcId="{F3022E7C-ADEC-4DB1-A8A6-F40EE7A629D2}" destId="{B5B84407-C3BA-49DF-A05A-5FBC8A8EFE9C}" srcOrd="4" destOrd="0" presId="urn:microsoft.com/office/officeart/2005/8/layout/orgChart1"/>
    <dgm:cxn modelId="{653946D7-5119-455F-9229-2A46605F1DE7}" type="presParOf" srcId="{F3022E7C-ADEC-4DB1-A8A6-F40EE7A629D2}" destId="{57701AC6-671B-4CA6-8F6E-5FA2995B1BB1}" srcOrd="5" destOrd="0" presId="urn:microsoft.com/office/officeart/2005/8/layout/orgChart1"/>
    <dgm:cxn modelId="{CB7C8657-4244-4DA1-91E2-242EC4FB9C2F}" type="presParOf" srcId="{57701AC6-671B-4CA6-8F6E-5FA2995B1BB1}" destId="{D4264F06-9BC9-4A53-BD31-0937EC5ACCE3}" srcOrd="0" destOrd="0" presId="urn:microsoft.com/office/officeart/2005/8/layout/orgChart1"/>
    <dgm:cxn modelId="{9B8E1C22-4540-43A1-8391-7B2036FB322E}" type="presParOf" srcId="{D4264F06-9BC9-4A53-BD31-0937EC5ACCE3}" destId="{C1BBB793-CED2-4686-9467-471A9F6F8836}" srcOrd="0" destOrd="0" presId="urn:microsoft.com/office/officeart/2005/8/layout/orgChart1"/>
    <dgm:cxn modelId="{51CDE2F0-7F35-44F1-9C0B-7D2A987C91ED}" type="presParOf" srcId="{D4264F06-9BC9-4A53-BD31-0937EC5ACCE3}" destId="{96F5AD33-A783-4C84-A5CC-C35DFAD048FB}" srcOrd="1" destOrd="0" presId="urn:microsoft.com/office/officeart/2005/8/layout/orgChart1"/>
    <dgm:cxn modelId="{7C710EFE-6DA1-49CA-BC3A-BBC1CFC50255}" type="presParOf" srcId="{57701AC6-671B-4CA6-8F6E-5FA2995B1BB1}" destId="{B2283D98-1659-4355-A665-F640220CF64D}" srcOrd="1" destOrd="0" presId="urn:microsoft.com/office/officeart/2005/8/layout/orgChart1"/>
    <dgm:cxn modelId="{3837128B-A571-494B-8149-216AD9F2817D}" type="presParOf" srcId="{57701AC6-671B-4CA6-8F6E-5FA2995B1BB1}" destId="{573B3E11-C4A6-4A0F-9D11-E36CA3E71A42}" srcOrd="2" destOrd="0" presId="urn:microsoft.com/office/officeart/2005/8/layout/orgChart1"/>
    <dgm:cxn modelId="{B62A2CF5-F0AC-4C3F-A413-58C5B326DCA5}" type="presParOf" srcId="{7E3CE0CC-CDEB-4984-BC04-87AB05C5DA85}" destId="{2A745337-793E-4EA3-B8AE-4A97B0BF405D}" srcOrd="2" destOrd="0" presId="urn:microsoft.com/office/officeart/2005/8/layout/orgChart1"/>
    <dgm:cxn modelId="{1C3B3F08-4967-437A-B8B7-2220790AD879}" type="presParOf" srcId="{58705BE4-3A2B-4B2D-AC3F-CB198083C217}" destId="{1459DF10-D595-44F8-8ADD-CBFD168C47CA}" srcOrd="2" destOrd="0" presId="urn:microsoft.com/office/officeart/2005/8/layout/orgChart1"/>
    <dgm:cxn modelId="{0E3521EB-A512-43F2-95FC-2EADD21F6869}" type="presParOf" srcId="{5468B6E1-341B-4189-9124-02366819BF02}" destId="{9BE2475E-7810-4CBB-9647-C88A69D4C79B}" srcOrd="2" destOrd="0" presId="urn:microsoft.com/office/officeart/2005/8/layout/orgChart1"/>
    <dgm:cxn modelId="{D5E66DEB-C48A-471A-911C-5D5859ED0D62}" type="presParOf" srcId="{5468B6E1-341B-4189-9124-02366819BF02}" destId="{B8BB3009-6994-47B8-998D-4EB8B199171C}" srcOrd="3" destOrd="0" presId="urn:microsoft.com/office/officeart/2005/8/layout/orgChart1"/>
    <dgm:cxn modelId="{8326B0DB-7B38-4120-B22D-B414FA661228}" type="presParOf" srcId="{B8BB3009-6994-47B8-998D-4EB8B199171C}" destId="{1146F3B1-6EE1-4ACA-9D7B-A3F7D4AC3FB4}" srcOrd="0" destOrd="0" presId="urn:microsoft.com/office/officeart/2005/8/layout/orgChart1"/>
    <dgm:cxn modelId="{D0826579-17B3-4A5E-A81B-744B4FD386AD}" type="presParOf" srcId="{1146F3B1-6EE1-4ACA-9D7B-A3F7D4AC3FB4}" destId="{B9775425-2F05-4B66-8214-C2D0C93114CD}" srcOrd="0" destOrd="0" presId="urn:microsoft.com/office/officeart/2005/8/layout/orgChart1"/>
    <dgm:cxn modelId="{7A931A01-4D23-4E4B-BA58-BC0ED2F89E5B}" type="presParOf" srcId="{1146F3B1-6EE1-4ACA-9D7B-A3F7D4AC3FB4}" destId="{FD8CFE21-794E-42C7-9115-0707AA00A706}" srcOrd="1" destOrd="0" presId="urn:microsoft.com/office/officeart/2005/8/layout/orgChart1"/>
    <dgm:cxn modelId="{663B185E-480C-4ABC-AB3A-A18FDC28F833}" type="presParOf" srcId="{B8BB3009-6994-47B8-998D-4EB8B199171C}" destId="{23D548BF-F3E9-410F-AD45-38510AE6B6F3}" srcOrd="1" destOrd="0" presId="urn:microsoft.com/office/officeart/2005/8/layout/orgChart1"/>
    <dgm:cxn modelId="{68FE7A34-8873-4E28-A22C-15B1B0D08955}" type="presParOf" srcId="{B8BB3009-6994-47B8-998D-4EB8B199171C}" destId="{17743714-D2C7-494A-8C3D-DC04630DC6FC}" srcOrd="2" destOrd="0" presId="urn:microsoft.com/office/officeart/2005/8/layout/orgChart1"/>
    <dgm:cxn modelId="{78E2F6DB-3635-4AE1-8B7C-4BF013DAE6A9}" type="presParOf" srcId="{17743714-D2C7-494A-8C3D-DC04630DC6FC}" destId="{54991852-44C3-4576-88C4-572681C5983B}" srcOrd="0" destOrd="0" presId="urn:microsoft.com/office/officeart/2005/8/layout/orgChart1"/>
    <dgm:cxn modelId="{F2548898-75BF-4D0D-BCD9-A8A1C1A1F9C2}" type="presParOf" srcId="{17743714-D2C7-494A-8C3D-DC04630DC6FC}" destId="{5121EA12-E9EE-45C5-9EA1-F96713AE49C3}" srcOrd="1" destOrd="0" presId="urn:microsoft.com/office/officeart/2005/8/layout/orgChart1"/>
    <dgm:cxn modelId="{BC30F221-A4F4-4D6F-922F-87FE14961818}" type="presParOf" srcId="{5121EA12-E9EE-45C5-9EA1-F96713AE49C3}" destId="{003B242A-B548-4363-85B9-B683D2BB5302}" srcOrd="0" destOrd="0" presId="urn:microsoft.com/office/officeart/2005/8/layout/orgChart1"/>
    <dgm:cxn modelId="{B9559536-2C8F-4C43-AE9A-327568DDC29E}" type="presParOf" srcId="{003B242A-B548-4363-85B9-B683D2BB5302}" destId="{868F52FF-F3C7-42CC-918D-2CD8F97C8D34}" srcOrd="0" destOrd="0" presId="urn:microsoft.com/office/officeart/2005/8/layout/orgChart1"/>
    <dgm:cxn modelId="{E5E24A56-A49D-42CA-BA7D-9A047DF4CA1A}" type="presParOf" srcId="{003B242A-B548-4363-85B9-B683D2BB5302}" destId="{6C433EA1-786A-4FDF-AC2F-995583CC50B5}" srcOrd="1" destOrd="0" presId="urn:microsoft.com/office/officeart/2005/8/layout/orgChart1"/>
    <dgm:cxn modelId="{AABB088A-5171-47E3-8F94-D230B05FC245}" type="presParOf" srcId="{5121EA12-E9EE-45C5-9EA1-F96713AE49C3}" destId="{AA900377-52D6-483B-8806-E9C4384E6B81}" srcOrd="1" destOrd="0" presId="urn:microsoft.com/office/officeart/2005/8/layout/orgChart1"/>
    <dgm:cxn modelId="{E60B302D-70D5-471A-9097-DF255340A271}" type="presParOf" srcId="{5121EA12-E9EE-45C5-9EA1-F96713AE49C3}" destId="{B933F9A4-632F-4A6F-ABFF-EA0EDE02F38F}" srcOrd="2" destOrd="0" presId="urn:microsoft.com/office/officeart/2005/8/layout/orgChart1"/>
    <dgm:cxn modelId="{807E6085-A3B5-4D43-AA47-3A831667E2B9}" type="presParOf" srcId="{17743714-D2C7-494A-8C3D-DC04630DC6FC}" destId="{EB12DEE9-D268-4E40-9DAB-81EE9A6DB34C}" srcOrd="2" destOrd="0" presId="urn:microsoft.com/office/officeart/2005/8/layout/orgChart1"/>
    <dgm:cxn modelId="{78129489-F86E-4B61-81A8-847EF26A7C6E}" type="presParOf" srcId="{17743714-D2C7-494A-8C3D-DC04630DC6FC}" destId="{8B6805E6-5B41-4388-AC97-F11637323A96}" srcOrd="3" destOrd="0" presId="urn:microsoft.com/office/officeart/2005/8/layout/orgChart1"/>
    <dgm:cxn modelId="{DA34B198-FC1F-40D4-98A5-E0D75F9645E3}" type="presParOf" srcId="{8B6805E6-5B41-4388-AC97-F11637323A96}" destId="{ADAED532-93C5-40C1-8CFE-2E8560A71C24}" srcOrd="0" destOrd="0" presId="urn:microsoft.com/office/officeart/2005/8/layout/orgChart1"/>
    <dgm:cxn modelId="{A215A263-CDC0-4B9F-96E6-884F9268BE69}" type="presParOf" srcId="{ADAED532-93C5-40C1-8CFE-2E8560A71C24}" destId="{0E84CE63-68E4-43F3-8456-F00C3983708B}" srcOrd="0" destOrd="0" presId="urn:microsoft.com/office/officeart/2005/8/layout/orgChart1"/>
    <dgm:cxn modelId="{B93DDCBA-6DA0-4E95-B08D-4C5010C80A6A}" type="presParOf" srcId="{ADAED532-93C5-40C1-8CFE-2E8560A71C24}" destId="{283B07C2-1145-4D45-9746-87C95687D5A7}" srcOrd="1" destOrd="0" presId="urn:microsoft.com/office/officeart/2005/8/layout/orgChart1"/>
    <dgm:cxn modelId="{42EB9F17-0ED9-46FF-8256-C0AF52843D4A}" type="presParOf" srcId="{8B6805E6-5B41-4388-AC97-F11637323A96}" destId="{E880AFF8-678D-4476-A761-FDAE58DCC160}" srcOrd="1" destOrd="0" presId="urn:microsoft.com/office/officeart/2005/8/layout/orgChart1"/>
    <dgm:cxn modelId="{4B0AC0EF-8577-492F-93CF-68379F366D79}" type="presParOf" srcId="{8B6805E6-5B41-4388-AC97-F11637323A96}" destId="{52AFC145-4EC7-4252-8F0B-73D571600F18}" srcOrd="2" destOrd="0" presId="urn:microsoft.com/office/officeart/2005/8/layout/orgChart1"/>
    <dgm:cxn modelId="{95F4398E-5EC5-4BDB-9CA5-2500E2B3C202}" type="presParOf" srcId="{5468B6E1-341B-4189-9124-02366819BF02}" destId="{59DF5EBD-9811-44E0-8D9A-AF801E4031D9}" srcOrd="4" destOrd="0" presId="urn:microsoft.com/office/officeart/2005/8/layout/orgChart1"/>
    <dgm:cxn modelId="{DE3606AB-F884-4E34-A267-AED92977E125}" type="presParOf" srcId="{5468B6E1-341B-4189-9124-02366819BF02}" destId="{5D6BA976-C370-4A6A-8E39-CE06B56A8D8E}" srcOrd="5" destOrd="0" presId="urn:microsoft.com/office/officeart/2005/8/layout/orgChart1"/>
    <dgm:cxn modelId="{49F0079A-CDCA-4ED9-AD43-6D3D89D1B22D}" type="presParOf" srcId="{5D6BA976-C370-4A6A-8E39-CE06B56A8D8E}" destId="{2747503E-4F90-4B55-B92B-DF8EA8CA0021}" srcOrd="0" destOrd="0" presId="urn:microsoft.com/office/officeart/2005/8/layout/orgChart1"/>
    <dgm:cxn modelId="{7BE1D277-737E-4097-A228-5E3CAC421B45}" type="presParOf" srcId="{2747503E-4F90-4B55-B92B-DF8EA8CA0021}" destId="{394510A9-38A4-444D-9155-D93297A2ACE4}" srcOrd="0" destOrd="0" presId="urn:microsoft.com/office/officeart/2005/8/layout/orgChart1"/>
    <dgm:cxn modelId="{2973A223-1A96-4145-A3C7-C781BDA36554}" type="presParOf" srcId="{2747503E-4F90-4B55-B92B-DF8EA8CA0021}" destId="{C7EB8270-2A2D-4900-A696-6300A0E0093A}" srcOrd="1" destOrd="0" presId="urn:microsoft.com/office/officeart/2005/8/layout/orgChart1"/>
    <dgm:cxn modelId="{CCF35D77-3ED4-491E-8BCF-406403D0ED7A}" type="presParOf" srcId="{5D6BA976-C370-4A6A-8E39-CE06B56A8D8E}" destId="{7D7C498E-B7AB-4442-B9FB-1937BF695621}" srcOrd="1" destOrd="0" presId="urn:microsoft.com/office/officeart/2005/8/layout/orgChart1"/>
    <dgm:cxn modelId="{ACA187D4-C76C-439A-8C9E-FCB92FEB94A5}" type="presParOf" srcId="{7D7C498E-B7AB-4442-B9FB-1937BF695621}" destId="{0F8378F4-2A75-425C-8F90-94B437D35C68}" srcOrd="0" destOrd="0" presId="urn:microsoft.com/office/officeart/2005/8/layout/orgChart1"/>
    <dgm:cxn modelId="{948A2AB6-2183-4B3D-ABAE-02F123767258}" type="presParOf" srcId="{7D7C498E-B7AB-4442-B9FB-1937BF695621}" destId="{A5A6CFCC-0205-426B-BA2D-039A6ACE0780}" srcOrd="1" destOrd="0" presId="urn:microsoft.com/office/officeart/2005/8/layout/orgChart1"/>
    <dgm:cxn modelId="{724F2512-1CA5-40E2-98B0-36880FEFA8BF}" type="presParOf" srcId="{A5A6CFCC-0205-426B-BA2D-039A6ACE0780}" destId="{EA5ACCFC-811C-49F9-8326-B25605C81FCB}" srcOrd="0" destOrd="0" presId="urn:microsoft.com/office/officeart/2005/8/layout/orgChart1"/>
    <dgm:cxn modelId="{18577A80-F0C8-4DBB-8F83-B00460AEFE08}" type="presParOf" srcId="{EA5ACCFC-811C-49F9-8326-B25605C81FCB}" destId="{C87B1D16-3ABE-494C-B835-C0E4A910CB24}" srcOrd="0" destOrd="0" presId="urn:microsoft.com/office/officeart/2005/8/layout/orgChart1"/>
    <dgm:cxn modelId="{CA8CC8FC-49A9-4A18-832B-394E28DE938A}" type="presParOf" srcId="{EA5ACCFC-811C-49F9-8326-B25605C81FCB}" destId="{3C89598D-D858-4CC1-BAB6-34D613A8CA68}" srcOrd="1" destOrd="0" presId="urn:microsoft.com/office/officeart/2005/8/layout/orgChart1"/>
    <dgm:cxn modelId="{16AC3D2D-3BB7-4BF6-AC39-A6AEC8E84AC2}" type="presParOf" srcId="{A5A6CFCC-0205-426B-BA2D-039A6ACE0780}" destId="{CCE632AC-2E07-470F-BA13-C5141FAAB095}" srcOrd="1" destOrd="0" presId="urn:microsoft.com/office/officeart/2005/8/layout/orgChart1"/>
    <dgm:cxn modelId="{655FEA14-B40C-4CF3-B383-D905CD67640A}" type="presParOf" srcId="{A5A6CFCC-0205-426B-BA2D-039A6ACE0780}" destId="{B40DABF8-7A8E-4F62-9BC6-9E8E603CFFA7}" srcOrd="2" destOrd="0" presId="urn:microsoft.com/office/officeart/2005/8/layout/orgChart1"/>
    <dgm:cxn modelId="{21AB59EE-1218-48E4-938D-47E3FD4230BA}" type="presParOf" srcId="{7D7C498E-B7AB-4442-B9FB-1937BF695621}" destId="{3A31ED05-0F4A-4579-9AB4-37E1609830AE}" srcOrd="2" destOrd="0" presId="urn:microsoft.com/office/officeart/2005/8/layout/orgChart1"/>
    <dgm:cxn modelId="{B795A2F2-2CF5-4983-AD40-F7C4A9B9C828}" type="presParOf" srcId="{7D7C498E-B7AB-4442-B9FB-1937BF695621}" destId="{20160E81-44EB-4FD0-94D0-89C5AEEE2AA6}" srcOrd="3" destOrd="0" presId="urn:microsoft.com/office/officeart/2005/8/layout/orgChart1"/>
    <dgm:cxn modelId="{5AAD2B38-7CA2-4078-89DE-9F5687042EC7}" type="presParOf" srcId="{20160E81-44EB-4FD0-94D0-89C5AEEE2AA6}" destId="{8C3EDF57-ED04-4D03-928D-D2FC55D5E628}" srcOrd="0" destOrd="0" presId="urn:microsoft.com/office/officeart/2005/8/layout/orgChart1"/>
    <dgm:cxn modelId="{81E5880B-E987-42BB-AF9B-05A9DD8245A1}" type="presParOf" srcId="{8C3EDF57-ED04-4D03-928D-D2FC55D5E628}" destId="{6DCD795A-FBA7-48B0-983E-5137A559A4AD}" srcOrd="0" destOrd="0" presId="urn:microsoft.com/office/officeart/2005/8/layout/orgChart1"/>
    <dgm:cxn modelId="{DB55F75A-692F-4C46-A932-4CC17F111E88}" type="presParOf" srcId="{8C3EDF57-ED04-4D03-928D-D2FC55D5E628}" destId="{BFFF3F53-5C17-460A-A297-EE897A2C8EBC}" srcOrd="1" destOrd="0" presId="urn:microsoft.com/office/officeart/2005/8/layout/orgChart1"/>
    <dgm:cxn modelId="{D76F268D-CCC9-40BE-B7A0-9E6F45981D6F}" type="presParOf" srcId="{20160E81-44EB-4FD0-94D0-89C5AEEE2AA6}" destId="{05F923A8-053F-4B03-86B5-9DB8E08EABC7}" srcOrd="1" destOrd="0" presId="urn:microsoft.com/office/officeart/2005/8/layout/orgChart1"/>
    <dgm:cxn modelId="{F54B6836-CD63-453E-8E1E-D95775ADCEB6}" type="presParOf" srcId="{20160E81-44EB-4FD0-94D0-89C5AEEE2AA6}" destId="{34B0E3E2-06BC-4538-9515-659845300609}" srcOrd="2" destOrd="0" presId="urn:microsoft.com/office/officeart/2005/8/layout/orgChart1"/>
    <dgm:cxn modelId="{C0815342-50AD-4DE9-88FC-0DB1B878B95F}" type="presParOf" srcId="{7D7C498E-B7AB-4442-B9FB-1937BF695621}" destId="{52DD9405-884A-4479-99DA-8F650DB28237}" srcOrd="4" destOrd="0" presId="urn:microsoft.com/office/officeart/2005/8/layout/orgChart1"/>
    <dgm:cxn modelId="{B9871905-08E9-4527-ABC9-7071C9923AF0}" type="presParOf" srcId="{7D7C498E-B7AB-4442-B9FB-1937BF695621}" destId="{B0AF0A40-4BFE-411C-9298-5B7217067156}" srcOrd="5" destOrd="0" presId="urn:microsoft.com/office/officeart/2005/8/layout/orgChart1"/>
    <dgm:cxn modelId="{54156236-C153-443A-AF2B-B4D5DAB6DA0A}" type="presParOf" srcId="{B0AF0A40-4BFE-411C-9298-5B7217067156}" destId="{4DBE3D3A-724C-46D4-8BC3-74626334E070}" srcOrd="0" destOrd="0" presId="urn:microsoft.com/office/officeart/2005/8/layout/orgChart1"/>
    <dgm:cxn modelId="{85632639-2C1A-4C44-9317-606D066A9C45}" type="presParOf" srcId="{4DBE3D3A-724C-46D4-8BC3-74626334E070}" destId="{B7B7D2F3-BB31-4E0F-88BA-3B383FBDB502}" srcOrd="0" destOrd="0" presId="urn:microsoft.com/office/officeart/2005/8/layout/orgChart1"/>
    <dgm:cxn modelId="{CAD6CF9F-AEF8-44B8-AEBE-D3F1DC2DB784}" type="presParOf" srcId="{4DBE3D3A-724C-46D4-8BC3-74626334E070}" destId="{899634D2-C77A-4157-955C-4AC3F314C15E}" srcOrd="1" destOrd="0" presId="urn:microsoft.com/office/officeart/2005/8/layout/orgChart1"/>
    <dgm:cxn modelId="{DCD71630-F470-4CF7-9384-F97BFE7BE46B}" type="presParOf" srcId="{B0AF0A40-4BFE-411C-9298-5B7217067156}" destId="{BE2F43B6-3516-4D12-BE0F-4E9308F2333A}" srcOrd="1" destOrd="0" presId="urn:microsoft.com/office/officeart/2005/8/layout/orgChart1"/>
    <dgm:cxn modelId="{CF2F03E6-BC09-47C7-837C-80DDFCF5E470}" type="presParOf" srcId="{B0AF0A40-4BFE-411C-9298-5B7217067156}" destId="{736D0580-0D5B-47B6-AF39-97288AD0C643}" srcOrd="2" destOrd="0" presId="urn:microsoft.com/office/officeart/2005/8/layout/orgChart1"/>
    <dgm:cxn modelId="{DEC2DE18-8AFF-44DC-B42E-1389666F5E50}" type="presParOf" srcId="{5D6BA976-C370-4A6A-8E39-CE06B56A8D8E}" destId="{54A2EC6A-FDA4-4C7C-A1D2-4FE275876488}" srcOrd="2" destOrd="0" presId="urn:microsoft.com/office/officeart/2005/8/layout/orgChart1"/>
    <dgm:cxn modelId="{128F2DE8-DD7E-45AF-A50C-C3CB364BCB21}" type="presParOf" srcId="{039663CE-AB2E-4BF1-8AA9-423E60D1ADAC}" destId="{C1890E3E-5BC8-4A83-9D8A-71DF3762DF80}" srcOrd="2" destOrd="0" presId="urn:microsoft.com/office/officeart/2005/8/layout/orgChart1"/>
    <dgm:cxn modelId="{B8C415F9-DF67-40DA-BE0F-2F26FA5EEE85}" type="presParOf" srcId="{C1890E3E-5BC8-4A83-9D8A-71DF3762DF80}" destId="{41E9F899-72E5-4234-8C9B-A86DBBC20C9C}" srcOrd="0" destOrd="0" presId="urn:microsoft.com/office/officeart/2005/8/layout/orgChart1"/>
    <dgm:cxn modelId="{58E51586-89B3-40B5-8A36-80A2F29C081D}" type="presParOf" srcId="{C1890E3E-5BC8-4A83-9D8A-71DF3762DF80}" destId="{4B2B6EC3-A3CB-4D0E-891C-170459ECB0D4}" srcOrd="1" destOrd="0" presId="urn:microsoft.com/office/officeart/2005/8/layout/orgChart1"/>
    <dgm:cxn modelId="{0F4CBB58-B15D-4A1E-9854-C7785539A149}" type="presParOf" srcId="{4B2B6EC3-A3CB-4D0E-891C-170459ECB0D4}" destId="{EF5A6317-1FBF-4066-912C-3DF413D34B26}" srcOrd="0" destOrd="0" presId="urn:microsoft.com/office/officeart/2005/8/layout/orgChart1"/>
    <dgm:cxn modelId="{099F54A1-4817-415F-9568-48945CA6CB0B}" type="presParOf" srcId="{EF5A6317-1FBF-4066-912C-3DF413D34B26}" destId="{E996E707-B56E-480B-B3EA-F8A010E6B777}" srcOrd="0" destOrd="0" presId="urn:microsoft.com/office/officeart/2005/8/layout/orgChart1"/>
    <dgm:cxn modelId="{7190B624-59CF-495F-802B-1A851B46FBED}" type="presParOf" srcId="{EF5A6317-1FBF-4066-912C-3DF413D34B26}" destId="{C0057EA0-52F7-40FA-99AD-EBC4805B2491}" srcOrd="1" destOrd="0" presId="urn:microsoft.com/office/officeart/2005/8/layout/orgChart1"/>
    <dgm:cxn modelId="{03A882EE-3DA3-439E-B377-AE4178779C51}" type="presParOf" srcId="{4B2B6EC3-A3CB-4D0E-891C-170459ECB0D4}" destId="{9C4B7B67-84AE-490A-B98D-0C1019BBC115}" srcOrd="1" destOrd="0" presId="urn:microsoft.com/office/officeart/2005/8/layout/orgChart1"/>
    <dgm:cxn modelId="{3BEE895C-D33D-4E4B-AF79-254749B44A97}" type="presParOf" srcId="{4B2B6EC3-A3CB-4D0E-891C-170459ECB0D4}" destId="{01A44741-8214-4217-AAB6-36749CB1B0FC}" srcOrd="2" destOrd="0" presId="urn:microsoft.com/office/officeart/2005/8/layout/orgChart1"/>
    <dgm:cxn modelId="{1E022186-DA55-45B4-9048-358BCA210EE5}" type="presParOf" srcId="{C1890E3E-5BC8-4A83-9D8A-71DF3762DF80}" destId="{E1A8DA49-E6A5-466D-8368-BBB650E89AD8}" srcOrd="2" destOrd="0" presId="urn:microsoft.com/office/officeart/2005/8/layout/orgChart1"/>
    <dgm:cxn modelId="{5025394A-5692-4B77-BDF6-94B340ECA951}" type="presParOf" srcId="{C1890E3E-5BC8-4A83-9D8A-71DF3762DF80}" destId="{2A07B24F-78E1-4CBC-8063-328000701484}" srcOrd="3" destOrd="0" presId="urn:microsoft.com/office/officeart/2005/8/layout/orgChart1"/>
    <dgm:cxn modelId="{9D70260A-F07A-4643-9737-35A62D094643}" type="presParOf" srcId="{2A07B24F-78E1-4CBC-8063-328000701484}" destId="{4FE2ED9D-35CE-43EC-BCFB-24F6C6C0CC8F}" srcOrd="0" destOrd="0" presId="urn:microsoft.com/office/officeart/2005/8/layout/orgChart1"/>
    <dgm:cxn modelId="{23677E4E-61ED-4A50-9B7C-06EE65F50796}" type="presParOf" srcId="{4FE2ED9D-35CE-43EC-BCFB-24F6C6C0CC8F}" destId="{18BC5D6A-2578-4CFC-8C42-56C8BED1E9F1}" srcOrd="0" destOrd="0" presId="urn:microsoft.com/office/officeart/2005/8/layout/orgChart1"/>
    <dgm:cxn modelId="{236F3A9D-8ACA-44B6-AC92-E8167DC55E07}" type="presParOf" srcId="{4FE2ED9D-35CE-43EC-BCFB-24F6C6C0CC8F}" destId="{7000F733-298A-4808-BD27-B448EEDCFA80}" srcOrd="1" destOrd="0" presId="urn:microsoft.com/office/officeart/2005/8/layout/orgChart1"/>
    <dgm:cxn modelId="{C2F4859E-32B5-4E61-91F1-4FBC12D05883}" type="presParOf" srcId="{2A07B24F-78E1-4CBC-8063-328000701484}" destId="{E4844BE5-B5C2-49DA-B03C-52379111ADCE}" srcOrd="1" destOrd="0" presId="urn:microsoft.com/office/officeart/2005/8/layout/orgChart1"/>
    <dgm:cxn modelId="{B159C5CE-C67B-4368-AB95-6A4709F0FD43}" type="presParOf" srcId="{2A07B24F-78E1-4CBC-8063-328000701484}" destId="{06A8C30A-E4D5-4D42-950D-BDA7DE7681AC}" srcOrd="2" destOrd="0" presId="urn:microsoft.com/office/officeart/2005/8/layout/orgChart1"/>
    <dgm:cxn modelId="{BF0B2510-C2DD-4C9D-9D12-B08FF8F80003}" type="presParOf" srcId="{C1890E3E-5BC8-4A83-9D8A-71DF3762DF80}" destId="{04A06686-F908-46BA-B3C6-1F2EA0DE3025}" srcOrd="4" destOrd="0" presId="urn:microsoft.com/office/officeart/2005/8/layout/orgChart1"/>
    <dgm:cxn modelId="{28CF740C-FA50-47B5-B9CF-42111153DE52}" type="presParOf" srcId="{C1890E3E-5BC8-4A83-9D8A-71DF3762DF80}" destId="{E134DD78-9414-4EA9-8749-D9C469A3769E}" srcOrd="5" destOrd="0" presId="urn:microsoft.com/office/officeart/2005/8/layout/orgChart1"/>
    <dgm:cxn modelId="{308698D8-5972-4D32-8A10-A34BE682C903}" type="presParOf" srcId="{E134DD78-9414-4EA9-8749-D9C469A3769E}" destId="{C38A32F5-E996-44A8-A22C-5F7E978C185A}" srcOrd="0" destOrd="0" presId="urn:microsoft.com/office/officeart/2005/8/layout/orgChart1"/>
    <dgm:cxn modelId="{4B7B989F-ED3C-4D4D-BC13-2D482FEF6A88}" type="presParOf" srcId="{C38A32F5-E996-44A8-A22C-5F7E978C185A}" destId="{8BD2D5D6-C495-4376-B8DC-8B43B459FF68}" srcOrd="0" destOrd="0" presId="urn:microsoft.com/office/officeart/2005/8/layout/orgChart1"/>
    <dgm:cxn modelId="{38B2BA36-9A13-4506-ABFB-E5A593D5982C}" type="presParOf" srcId="{C38A32F5-E996-44A8-A22C-5F7E978C185A}" destId="{2954A5BF-707C-49FF-97CF-B86977A6BE4E}" srcOrd="1" destOrd="0" presId="urn:microsoft.com/office/officeart/2005/8/layout/orgChart1"/>
    <dgm:cxn modelId="{241AB091-25D5-4746-8AAB-4A7A0992FCE3}" type="presParOf" srcId="{E134DD78-9414-4EA9-8749-D9C469A3769E}" destId="{DF0CBEA8-F543-4180-81B1-0C0DACBA2D51}" srcOrd="1" destOrd="0" presId="urn:microsoft.com/office/officeart/2005/8/layout/orgChart1"/>
    <dgm:cxn modelId="{AC105317-9031-42F9-B20E-3BD35D5B78DF}" type="presParOf" srcId="{E134DD78-9414-4EA9-8749-D9C469A3769E}" destId="{39380BAC-5B38-4D85-AA95-909D0F3DC540}" srcOrd="2" destOrd="0" presId="urn:microsoft.com/office/officeart/2005/8/layout/orgChart1"/>
    <dgm:cxn modelId="{940AF81F-6656-4BEE-ABF3-8CED8C834474}" type="presParOf" srcId="{C1890E3E-5BC8-4A83-9D8A-71DF3762DF80}" destId="{69AE5132-A01C-4E0C-8692-8CEA41000F12}" srcOrd="6" destOrd="0" presId="urn:microsoft.com/office/officeart/2005/8/layout/orgChart1"/>
    <dgm:cxn modelId="{C60245B4-97D5-4A94-AA0B-957746914AC6}" type="presParOf" srcId="{C1890E3E-5BC8-4A83-9D8A-71DF3762DF80}" destId="{882613C7-511B-4E82-B251-F86391636CCB}" srcOrd="7" destOrd="0" presId="urn:microsoft.com/office/officeart/2005/8/layout/orgChart1"/>
    <dgm:cxn modelId="{59343062-4C28-407E-8105-26D76AA2BCD0}" type="presParOf" srcId="{882613C7-511B-4E82-B251-F86391636CCB}" destId="{EFEDC36E-30BD-4392-A136-450467A1A9B4}" srcOrd="0" destOrd="0" presId="urn:microsoft.com/office/officeart/2005/8/layout/orgChart1"/>
    <dgm:cxn modelId="{B6A47C3C-7538-4E56-A0BC-8EF0A6874E93}" type="presParOf" srcId="{EFEDC36E-30BD-4392-A136-450467A1A9B4}" destId="{1F4A0D02-A362-4BD7-80C8-1DB3E6AAADCA}" srcOrd="0" destOrd="0" presId="urn:microsoft.com/office/officeart/2005/8/layout/orgChart1"/>
    <dgm:cxn modelId="{BA7637D2-65ED-46D0-BE9B-F7271129519D}" type="presParOf" srcId="{EFEDC36E-30BD-4392-A136-450467A1A9B4}" destId="{3440A620-FDC7-4603-B66A-EC6327F48637}" srcOrd="1" destOrd="0" presId="urn:microsoft.com/office/officeart/2005/8/layout/orgChart1"/>
    <dgm:cxn modelId="{CC1BB871-7589-43EA-9284-48364692DCFE}" type="presParOf" srcId="{882613C7-511B-4E82-B251-F86391636CCB}" destId="{C62EB241-DE29-4E9A-B6B0-EAE0BC2CB100}" srcOrd="1" destOrd="0" presId="urn:microsoft.com/office/officeart/2005/8/layout/orgChart1"/>
    <dgm:cxn modelId="{B25E18D5-909A-4A47-B348-1C54EE2F3146}" type="presParOf" srcId="{882613C7-511B-4E82-B251-F86391636CCB}" destId="{ED2DEB60-5223-4126-B116-A83222BA6D47}" srcOrd="2" destOrd="0" presId="urn:microsoft.com/office/officeart/2005/8/layout/orgChart1"/>
    <dgm:cxn modelId="{3114FD32-2DD0-41D4-809D-9D4B0DE82390}" type="presParOf" srcId="{F6F30CF6-CA7F-441D-BBA4-DFDE8C0B6E96}" destId="{24CDF238-7E98-4BC8-B51F-FA3F9366918A}" srcOrd="2" destOrd="0" presId="urn:microsoft.com/office/officeart/2005/8/layout/orgChart1"/>
    <dgm:cxn modelId="{EDE6D487-96D0-4534-A61F-06D4A386355B}" type="presParOf" srcId="{24CDF238-7E98-4BC8-B51F-FA3F9366918A}" destId="{C6D7AE42-30ED-4B07-8D25-07BD29718981}" srcOrd="0" destOrd="0" presId="urn:microsoft.com/office/officeart/2005/8/layout/orgChart1"/>
    <dgm:cxn modelId="{55E9F0BB-2F09-498C-92E4-2751E74073CA}" type="presParOf" srcId="{C6D7AE42-30ED-4B07-8D25-07BD29718981}" destId="{D034A402-F244-4508-93F1-04CFFB6FAADF}" srcOrd="0" destOrd="0" presId="urn:microsoft.com/office/officeart/2005/8/layout/orgChart1"/>
    <dgm:cxn modelId="{1493BF3C-7332-42FF-A1B8-373D6B7CD6C4}" type="presParOf" srcId="{C6D7AE42-30ED-4B07-8D25-07BD29718981}" destId="{4E3773EF-F2A5-4E73-9773-D0B46CCB5870}" srcOrd="1" destOrd="0" presId="urn:microsoft.com/office/officeart/2005/8/layout/orgChart1"/>
    <dgm:cxn modelId="{22BEB252-0588-4BE8-92CD-80CD01D97EDE}" type="presParOf" srcId="{24CDF238-7E98-4BC8-B51F-FA3F9366918A}" destId="{E101C64E-BBC4-46F7-9A60-0295BA390E78}" srcOrd="1" destOrd="0" presId="urn:microsoft.com/office/officeart/2005/8/layout/orgChart1"/>
    <dgm:cxn modelId="{28F901EF-0609-4701-86E3-B542A625BB9F}" type="presParOf" srcId="{24CDF238-7E98-4BC8-B51F-FA3F9366918A}" destId="{D35E6AE2-95D7-447E-BD1A-018BD7EBEEC3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41E33C-960E-4BA1-81E7-8C2A7C2DE336}" type="doc">
      <dgm:prSet loTypeId="urn:microsoft.com/office/officeart/2005/8/layout/venn1" loCatId="relationship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B2F9A9A8-0CE8-40B8-AD24-AC04F7BABBCD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DMAIC</a:t>
          </a: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  <a:t>Le cadre d'amélioration continue retenu pour l'optimisation</a:t>
          </a:r>
        </a:p>
      </dgm:t>
    </dgm:pt>
    <dgm:pt modelId="{CD7A5C38-C09C-4164-885C-03E420392B5F}" type="parTrans" cxnId="{C3E946E4-1860-449A-BA77-8FC61B6F2F07}">
      <dgm:prSet/>
      <dgm:spPr/>
      <dgm:t>
        <a:bodyPr/>
        <a:lstStyle/>
        <a:p>
          <a:endParaRPr lang="fr-FR"/>
        </a:p>
      </dgm:t>
    </dgm:pt>
    <dgm:pt modelId="{FEB26E0D-C826-4868-879D-4FCD15919A1D}" type="sibTrans" cxnId="{C3E946E4-1860-449A-BA77-8FC61B6F2F07}">
      <dgm:prSet/>
      <dgm:spPr/>
      <dgm:t>
        <a:bodyPr/>
        <a:lstStyle/>
        <a:p>
          <a:endParaRPr lang="fr-FR"/>
        </a:p>
      </dgm:t>
    </dgm:pt>
    <dgm:pt modelId="{9F460F7B-C940-4237-A660-88E5396A24A6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  <a:b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Mesurer la situation réelle : </a:t>
          </a:r>
        </a:p>
        <a:p>
          <a:r>
            <a:rPr lang="fr-FR" i="1" dirty="0">
              <a:latin typeface="Times New Roman" panose="02020603050405020304" pitchFamily="18" charset="0"/>
              <a:cs typeface="Times New Roman" panose="02020603050405020304" pitchFamily="18" charset="0"/>
            </a:rPr>
            <a:t>MTBF, MTTR, Disponibilité, ENS, Pareto poste/équipement</a:t>
          </a:r>
        </a:p>
      </dgm:t>
    </dgm:pt>
    <dgm:pt modelId="{37DC31FF-D6CE-46A2-97B0-B2FCEA878674}" type="parTrans" cxnId="{21FA5A22-E86F-49B1-8771-72FD3BA0EF53}">
      <dgm:prSet/>
      <dgm:spPr/>
      <dgm:t>
        <a:bodyPr/>
        <a:lstStyle/>
        <a:p>
          <a:endParaRPr lang="fr-FR"/>
        </a:p>
      </dgm:t>
    </dgm:pt>
    <dgm:pt modelId="{619DCFBC-7399-48D0-A8E3-F7E2DED054E0}" type="sibTrans" cxnId="{21FA5A22-E86F-49B1-8771-72FD3BA0EF53}">
      <dgm:prSet/>
      <dgm:spPr/>
      <dgm:t>
        <a:bodyPr/>
        <a:lstStyle/>
        <a:p>
          <a:endParaRPr lang="fr-FR"/>
        </a:p>
      </dgm:t>
    </dgm:pt>
    <dgm:pt modelId="{949716F6-3F13-41D7-9142-C7021ED33A30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  <a:b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Rechercher les causes : </a:t>
          </a:r>
        </a:p>
        <a:p>
          <a:r>
            <a:rPr lang="fr-FR" i="1" dirty="0">
              <a:latin typeface="Times New Roman" panose="02020603050405020304" pitchFamily="18" charset="0"/>
              <a:cs typeface="Times New Roman" panose="02020603050405020304" pitchFamily="18" charset="0"/>
            </a:rPr>
            <a:t>5 Pourquoi, Ishikawa 6M, AMDEC, arbres de défaillance</a:t>
          </a:r>
        </a:p>
      </dgm:t>
    </dgm:pt>
    <dgm:pt modelId="{A51446BE-8B0C-4FA3-AA67-B1ACE8B5C010}" type="parTrans" cxnId="{C636B9E2-255D-48C3-A570-2C41D3D680DC}">
      <dgm:prSet/>
      <dgm:spPr/>
      <dgm:t>
        <a:bodyPr/>
        <a:lstStyle/>
        <a:p>
          <a:endParaRPr lang="fr-FR"/>
        </a:p>
      </dgm:t>
    </dgm:pt>
    <dgm:pt modelId="{3CA074AD-87A6-499A-A276-315523FCFC94}" type="sibTrans" cxnId="{C636B9E2-255D-48C3-A570-2C41D3D680DC}">
      <dgm:prSet/>
      <dgm:spPr/>
      <dgm:t>
        <a:bodyPr/>
        <a:lstStyle/>
        <a:p>
          <a:endParaRPr lang="fr-FR"/>
        </a:p>
      </dgm:t>
    </dgm:pt>
    <dgm:pt modelId="{EDE358DC-8951-4FE1-A3F3-86AE04493CFC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</a:t>
          </a:r>
          <a:b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Définir et prioriser les actions : </a:t>
          </a:r>
        </a:p>
        <a:p>
          <a:r>
            <a:rPr lang="fr-FR" i="1" dirty="0">
              <a:latin typeface="Times New Roman" panose="02020603050405020304" pitchFamily="18" charset="0"/>
              <a:cs typeface="Times New Roman" panose="02020603050405020304" pitchFamily="18" charset="0"/>
            </a:rPr>
            <a:t>RCM, TPM, priorisation des investissements</a:t>
          </a:r>
        </a:p>
      </dgm:t>
    </dgm:pt>
    <dgm:pt modelId="{FBF821E2-BB67-487F-8F5B-ABFF7F754718}" type="parTrans" cxnId="{984ED3A4-C945-4DF3-9DBD-49BDC1318400}">
      <dgm:prSet/>
      <dgm:spPr/>
      <dgm:t>
        <a:bodyPr/>
        <a:lstStyle/>
        <a:p>
          <a:endParaRPr lang="fr-FR"/>
        </a:p>
      </dgm:t>
    </dgm:pt>
    <dgm:pt modelId="{0F21E804-5923-4DED-95B8-7890723EC582}" type="sibTrans" cxnId="{984ED3A4-C945-4DF3-9DBD-49BDC1318400}">
      <dgm:prSet/>
      <dgm:spPr/>
      <dgm:t>
        <a:bodyPr/>
        <a:lstStyle/>
        <a:p>
          <a:endParaRPr lang="fr-FR"/>
        </a:p>
      </dgm:t>
    </dgm:pt>
    <dgm:pt modelId="{58351716-20F0-4019-8301-BBE2B2C34334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</a:t>
          </a:r>
          <a:b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Suivre la performance dans la durée : </a:t>
          </a:r>
        </a:p>
        <a:p>
          <a:r>
            <a:rPr lang="fr-FR" i="1" dirty="0">
              <a:latin typeface="Times New Roman" panose="02020603050405020304" pitchFamily="18" charset="0"/>
              <a:cs typeface="Times New Roman" panose="02020603050405020304" pitchFamily="18" charset="0"/>
            </a:rPr>
            <a:t>Tableau de bord MTBF/MTTR/disponibilité</a:t>
          </a:r>
        </a:p>
      </dgm:t>
    </dgm:pt>
    <dgm:pt modelId="{FC4C0989-142E-492A-B9D7-6AB116162166}" type="parTrans" cxnId="{730213B7-CA7F-4288-9F7D-7E4E5F957244}">
      <dgm:prSet/>
      <dgm:spPr/>
      <dgm:t>
        <a:bodyPr/>
        <a:lstStyle/>
        <a:p>
          <a:endParaRPr lang="fr-FR"/>
        </a:p>
      </dgm:t>
    </dgm:pt>
    <dgm:pt modelId="{3B8FC488-2710-4B1D-97C1-BAD2986D0E1D}" type="sibTrans" cxnId="{730213B7-CA7F-4288-9F7D-7E4E5F957244}">
      <dgm:prSet/>
      <dgm:spPr/>
      <dgm:t>
        <a:bodyPr/>
        <a:lstStyle/>
        <a:p>
          <a:endParaRPr lang="fr-FR"/>
        </a:p>
      </dgm:t>
    </dgm:pt>
    <dgm:pt modelId="{227365E1-5A99-4A85-B997-BFED708C7A7F}">
      <dgm:prSet/>
      <dgm:spPr/>
      <dgm:t>
        <a:bodyPr/>
        <a:lstStyle/>
        <a:p>
          <a:r>
            <a:rPr lang="fr-FR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DEFINE</a:t>
          </a:r>
          <a:br>
            <a:rPr lang="fr-FR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b="1" dirty="0">
              <a:latin typeface="Times New Roman" panose="02020603050405020304" pitchFamily="18" charset="0"/>
              <a:cs typeface="Times New Roman" panose="02020603050405020304" pitchFamily="18" charset="0"/>
            </a:rPr>
            <a:t>Cadrer le problème :</a:t>
          </a:r>
        </a:p>
        <a:p>
          <a:r>
            <a:rPr lang="fr-FR" i="1" dirty="0">
              <a:latin typeface="Times New Roman" panose="02020603050405020304" pitchFamily="18" charset="0"/>
              <a:cs typeface="Times New Roman" panose="02020603050405020304" pitchFamily="18" charset="0"/>
            </a:rPr>
            <a:t> Périmètre RIC, QQOQCCP, contexte SEEG/DTE/DETTE</a:t>
          </a:r>
        </a:p>
      </dgm:t>
    </dgm:pt>
    <dgm:pt modelId="{5C6C60B8-30E1-4172-AEF9-FE406E14A2EF}" type="parTrans" cxnId="{3FFBFB4E-AB9B-464B-9907-045FF840D091}">
      <dgm:prSet/>
      <dgm:spPr/>
      <dgm:t>
        <a:bodyPr/>
        <a:lstStyle/>
        <a:p>
          <a:endParaRPr lang="fr-FR"/>
        </a:p>
      </dgm:t>
    </dgm:pt>
    <dgm:pt modelId="{8E87CCCF-5E0D-4930-8EAB-EF1F02432B98}" type="sibTrans" cxnId="{3FFBFB4E-AB9B-464B-9907-045FF840D091}">
      <dgm:prSet/>
      <dgm:spPr/>
      <dgm:t>
        <a:bodyPr/>
        <a:lstStyle/>
        <a:p>
          <a:endParaRPr lang="fr-FR"/>
        </a:p>
      </dgm:t>
    </dgm:pt>
    <dgm:pt modelId="{4773EA55-EBF5-44AE-89EF-C22A5A0A4EB7}" type="pres">
      <dgm:prSet presAssocID="{D041E33C-960E-4BA1-81E7-8C2A7C2DE336}" presName="compositeShape" presStyleCnt="0">
        <dgm:presLayoutVars>
          <dgm:chMax val="7"/>
          <dgm:dir/>
          <dgm:resizeHandles val="exact"/>
        </dgm:presLayoutVars>
      </dgm:prSet>
      <dgm:spPr/>
    </dgm:pt>
    <dgm:pt modelId="{D984D57B-2A41-40F0-80C9-D686D3BFF6CF}" type="pres">
      <dgm:prSet presAssocID="{B2F9A9A8-0CE8-40B8-AD24-AC04F7BABBCD}" presName="circ1" presStyleLbl="vennNode1" presStyleIdx="0" presStyleCnt="6"/>
      <dgm:spPr/>
    </dgm:pt>
    <dgm:pt modelId="{D6297D74-FFF8-4B99-8A99-A0C0DBEAAD73}" type="pres">
      <dgm:prSet presAssocID="{B2F9A9A8-0CE8-40B8-AD24-AC04F7BABBC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D3544E1-1D4E-47CC-A741-6A1FF43D882D}" type="pres">
      <dgm:prSet presAssocID="{227365E1-5A99-4A85-B997-BFED708C7A7F}" presName="circ2" presStyleLbl="vennNode1" presStyleIdx="1" presStyleCnt="6"/>
      <dgm:spPr/>
    </dgm:pt>
    <dgm:pt modelId="{8AB5F5D6-A685-4A08-A431-7894023202AB}" type="pres">
      <dgm:prSet presAssocID="{227365E1-5A99-4A85-B997-BFED708C7A7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5FA96A0-F9C9-4C2E-AD41-698E832E5950}" type="pres">
      <dgm:prSet presAssocID="{9F460F7B-C940-4237-A660-88E5396A24A6}" presName="circ3" presStyleLbl="vennNode1" presStyleIdx="2" presStyleCnt="6"/>
      <dgm:spPr/>
    </dgm:pt>
    <dgm:pt modelId="{98574F05-DCA9-4574-9EF9-839C23A9EC7E}" type="pres">
      <dgm:prSet presAssocID="{9F460F7B-C940-4237-A660-88E5396A24A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9D8E61F-9005-4299-9567-AA0C7E286876}" type="pres">
      <dgm:prSet presAssocID="{949716F6-3F13-41D7-9142-C7021ED33A30}" presName="circ4" presStyleLbl="vennNode1" presStyleIdx="3" presStyleCnt="6"/>
      <dgm:spPr/>
    </dgm:pt>
    <dgm:pt modelId="{5C91D140-1B58-4D65-9F0E-3F1ABE89E8D3}" type="pres">
      <dgm:prSet presAssocID="{949716F6-3F13-41D7-9142-C7021ED33A30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55278C1-4A71-4D28-A73B-0D83431893AB}" type="pres">
      <dgm:prSet presAssocID="{EDE358DC-8951-4FE1-A3F3-86AE04493CFC}" presName="circ5" presStyleLbl="vennNode1" presStyleIdx="4" presStyleCnt="6"/>
      <dgm:spPr/>
    </dgm:pt>
    <dgm:pt modelId="{8F411A1F-D985-4CDA-B507-9B34DCA31E9D}" type="pres">
      <dgm:prSet presAssocID="{EDE358DC-8951-4FE1-A3F3-86AE04493CFC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DAAE5A9-89D2-43C0-8620-A233B46D3D8A}" type="pres">
      <dgm:prSet presAssocID="{58351716-20F0-4019-8301-BBE2B2C34334}" presName="circ6" presStyleLbl="vennNode1" presStyleIdx="5" presStyleCnt="6"/>
      <dgm:spPr/>
    </dgm:pt>
    <dgm:pt modelId="{B7D80F46-9C0E-43C0-A759-1A64AC5E4DBA}" type="pres">
      <dgm:prSet presAssocID="{58351716-20F0-4019-8301-BBE2B2C34334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0775E0B-199F-42AF-8D55-69532B20FD5C}" type="presOf" srcId="{949716F6-3F13-41D7-9142-C7021ED33A30}" destId="{5C91D140-1B58-4D65-9F0E-3F1ABE89E8D3}" srcOrd="0" destOrd="0" presId="urn:microsoft.com/office/officeart/2005/8/layout/venn1"/>
    <dgm:cxn modelId="{21FA5A22-E86F-49B1-8771-72FD3BA0EF53}" srcId="{D041E33C-960E-4BA1-81E7-8C2A7C2DE336}" destId="{9F460F7B-C940-4237-A660-88E5396A24A6}" srcOrd="2" destOrd="0" parTransId="{37DC31FF-D6CE-46A2-97B0-B2FCEA878674}" sibTransId="{619DCFBC-7399-48D0-A8E3-F7E2DED054E0}"/>
    <dgm:cxn modelId="{3AD7302A-9DF9-4DA4-85F3-6ADE37833E72}" type="presOf" srcId="{58351716-20F0-4019-8301-BBE2B2C34334}" destId="{B7D80F46-9C0E-43C0-A759-1A64AC5E4DBA}" srcOrd="0" destOrd="0" presId="urn:microsoft.com/office/officeart/2005/8/layout/venn1"/>
    <dgm:cxn modelId="{FD9C3C41-A8D4-4CBB-9DA0-E1F74CDCE79F}" type="presOf" srcId="{B2F9A9A8-0CE8-40B8-AD24-AC04F7BABBCD}" destId="{D6297D74-FFF8-4B99-8A99-A0C0DBEAAD73}" srcOrd="0" destOrd="0" presId="urn:microsoft.com/office/officeart/2005/8/layout/venn1"/>
    <dgm:cxn modelId="{3FFBFB4E-AB9B-464B-9907-045FF840D091}" srcId="{D041E33C-960E-4BA1-81E7-8C2A7C2DE336}" destId="{227365E1-5A99-4A85-B997-BFED708C7A7F}" srcOrd="1" destOrd="0" parTransId="{5C6C60B8-30E1-4172-AEF9-FE406E14A2EF}" sibTransId="{8E87CCCF-5E0D-4930-8EAB-EF1F02432B98}"/>
    <dgm:cxn modelId="{E4E90B73-238D-4109-A1FB-ED9A7324D6A5}" type="presOf" srcId="{EDE358DC-8951-4FE1-A3F3-86AE04493CFC}" destId="{8F411A1F-D985-4CDA-B507-9B34DCA31E9D}" srcOrd="0" destOrd="0" presId="urn:microsoft.com/office/officeart/2005/8/layout/venn1"/>
    <dgm:cxn modelId="{0884B989-D5DF-484B-AE74-7FB183F2BE4D}" type="presOf" srcId="{227365E1-5A99-4A85-B997-BFED708C7A7F}" destId="{8AB5F5D6-A685-4A08-A431-7894023202AB}" srcOrd="0" destOrd="0" presId="urn:microsoft.com/office/officeart/2005/8/layout/venn1"/>
    <dgm:cxn modelId="{984ED3A4-C945-4DF3-9DBD-49BDC1318400}" srcId="{D041E33C-960E-4BA1-81E7-8C2A7C2DE336}" destId="{EDE358DC-8951-4FE1-A3F3-86AE04493CFC}" srcOrd="4" destOrd="0" parTransId="{FBF821E2-BB67-487F-8F5B-ABFF7F754718}" sibTransId="{0F21E804-5923-4DED-95B8-7890723EC582}"/>
    <dgm:cxn modelId="{6FD02AA5-6AD5-4D37-B42A-6818B0ABBC3B}" type="presOf" srcId="{D041E33C-960E-4BA1-81E7-8C2A7C2DE336}" destId="{4773EA55-EBF5-44AE-89EF-C22A5A0A4EB7}" srcOrd="0" destOrd="0" presId="urn:microsoft.com/office/officeart/2005/8/layout/venn1"/>
    <dgm:cxn modelId="{730213B7-CA7F-4288-9F7D-7E4E5F957244}" srcId="{D041E33C-960E-4BA1-81E7-8C2A7C2DE336}" destId="{58351716-20F0-4019-8301-BBE2B2C34334}" srcOrd="5" destOrd="0" parTransId="{FC4C0989-142E-492A-B9D7-6AB116162166}" sibTransId="{3B8FC488-2710-4B1D-97C1-BAD2986D0E1D}"/>
    <dgm:cxn modelId="{C636B9E2-255D-48C3-A570-2C41D3D680DC}" srcId="{D041E33C-960E-4BA1-81E7-8C2A7C2DE336}" destId="{949716F6-3F13-41D7-9142-C7021ED33A30}" srcOrd="3" destOrd="0" parTransId="{A51446BE-8B0C-4FA3-AA67-B1ACE8B5C010}" sibTransId="{3CA074AD-87A6-499A-A276-315523FCFC94}"/>
    <dgm:cxn modelId="{C3E946E4-1860-449A-BA77-8FC61B6F2F07}" srcId="{D041E33C-960E-4BA1-81E7-8C2A7C2DE336}" destId="{B2F9A9A8-0CE8-40B8-AD24-AC04F7BABBCD}" srcOrd="0" destOrd="0" parTransId="{CD7A5C38-C09C-4164-885C-03E420392B5F}" sibTransId="{FEB26E0D-C826-4868-879D-4FCD15919A1D}"/>
    <dgm:cxn modelId="{4E265FF3-9B96-40ED-B04B-A9FC61E2B2E8}" type="presOf" srcId="{9F460F7B-C940-4237-A660-88E5396A24A6}" destId="{98574F05-DCA9-4574-9EF9-839C23A9EC7E}" srcOrd="0" destOrd="0" presId="urn:microsoft.com/office/officeart/2005/8/layout/venn1"/>
    <dgm:cxn modelId="{B5771C31-84DB-4CC1-8784-2BBB05263536}" type="presParOf" srcId="{4773EA55-EBF5-44AE-89EF-C22A5A0A4EB7}" destId="{D984D57B-2A41-40F0-80C9-D686D3BFF6CF}" srcOrd="0" destOrd="0" presId="urn:microsoft.com/office/officeart/2005/8/layout/venn1"/>
    <dgm:cxn modelId="{A535C131-0580-4F82-A59E-EE0BF8A26410}" type="presParOf" srcId="{4773EA55-EBF5-44AE-89EF-C22A5A0A4EB7}" destId="{D6297D74-FFF8-4B99-8A99-A0C0DBEAAD73}" srcOrd="1" destOrd="0" presId="urn:microsoft.com/office/officeart/2005/8/layout/venn1"/>
    <dgm:cxn modelId="{E70C3528-88AB-4FF8-8AC7-E2B100D61337}" type="presParOf" srcId="{4773EA55-EBF5-44AE-89EF-C22A5A0A4EB7}" destId="{AD3544E1-1D4E-47CC-A741-6A1FF43D882D}" srcOrd="2" destOrd="0" presId="urn:microsoft.com/office/officeart/2005/8/layout/venn1"/>
    <dgm:cxn modelId="{D9EC8FCD-8DED-41B8-A552-71646E779998}" type="presParOf" srcId="{4773EA55-EBF5-44AE-89EF-C22A5A0A4EB7}" destId="{8AB5F5D6-A685-4A08-A431-7894023202AB}" srcOrd="3" destOrd="0" presId="urn:microsoft.com/office/officeart/2005/8/layout/venn1"/>
    <dgm:cxn modelId="{31061190-8111-4E4C-922E-50C5D1CCF251}" type="presParOf" srcId="{4773EA55-EBF5-44AE-89EF-C22A5A0A4EB7}" destId="{E5FA96A0-F9C9-4C2E-AD41-698E832E5950}" srcOrd="4" destOrd="0" presId="urn:microsoft.com/office/officeart/2005/8/layout/venn1"/>
    <dgm:cxn modelId="{036328D0-FF33-4EC7-B68D-08B004765F8D}" type="presParOf" srcId="{4773EA55-EBF5-44AE-89EF-C22A5A0A4EB7}" destId="{98574F05-DCA9-4574-9EF9-839C23A9EC7E}" srcOrd="5" destOrd="0" presId="urn:microsoft.com/office/officeart/2005/8/layout/venn1"/>
    <dgm:cxn modelId="{E1A883E9-AC0D-4353-8792-8B21493132F5}" type="presParOf" srcId="{4773EA55-EBF5-44AE-89EF-C22A5A0A4EB7}" destId="{D9D8E61F-9005-4299-9567-AA0C7E286876}" srcOrd="6" destOrd="0" presId="urn:microsoft.com/office/officeart/2005/8/layout/venn1"/>
    <dgm:cxn modelId="{F1168865-C58A-435C-A967-81817B5C1AFA}" type="presParOf" srcId="{4773EA55-EBF5-44AE-89EF-C22A5A0A4EB7}" destId="{5C91D140-1B58-4D65-9F0E-3F1ABE89E8D3}" srcOrd="7" destOrd="0" presId="urn:microsoft.com/office/officeart/2005/8/layout/venn1"/>
    <dgm:cxn modelId="{DD659507-0443-4F53-B543-A920D7AFDB62}" type="presParOf" srcId="{4773EA55-EBF5-44AE-89EF-C22A5A0A4EB7}" destId="{855278C1-4A71-4D28-A73B-0D83431893AB}" srcOrd="8" destOrd="0" presId="urn:microsoft.com/office/officeart/2005/8/layout/venn1"/>
    <dgm:cxn modelId="{518F5C16-743F-41DD-B0BF-648B15FB4566}" type="presParOf" srcId="{4773EA55-EBF5-44AE-89EF-C22A5A0A4EB7}" destId="{8F411A1F-D985-4CDA-B507-9B34DCA31E9D}" srcOrd="9" destOrd="0" presId="urn:microsoft.com/office/officeart/2005/8/layout/venn1"/>
    <dgm:cxn modelId="{916D15A5-A63F-48A8-84A5-ED80B889EE00}" type="presParOf" srcId="{4773EA55-EBF5-44AE-89EF-C22A5A0A4EB7}" destId="{CDAAE5A9-89D2-43C0-8620-A233B46D3D8A}" srcOrd="10" destOrd="0" presId="urn:microsoft.com/office/officeart/2005/8/layout/venn1"/>
    <dgm:cxn modelId="{78F62197-F84B-47A0-BD01-9CDDF6B38C1F}" type="presParOf" srcId="{4773EA55-EBF5-44AE-89EF-C22A5A0A4EB7}" destId="{B7D80F46-9C0E-43C0-A759-1A64AC5E4DBA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50278F-31B1-41E5-B7E7-71B5A7883D93}" type="doc">
      <dgm:prSet loTypeId="urn:microsoft.com/office/officeart/2009/3/layout/DescendingProcess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8C4E6487-604F-4FC4-8FFD-21D4065C4CD0}">
      <dgm:prSet custT="1"/>
      <dgm:spPr/>
      <dgm:t>
        <a:bodyPr/>
        <a:lstStyle/>
        <a:p>
          <a:r>
            <a:rPr lang="fr-FR" sz="1400" b="1">
              <a:latin typeface="Times New Roman" panose="02020603050405020304" pitchFamily="18" charset="0"/>
              <a:cs typeface="Times New Roman" panose="02020603050405020304" pitchFamily="18" charset="0"/>
            </a:rPr>
            <a:t>Problème</a:t>
          </a:r>
          <a:r>
            <a:rPr lang="fr-FR" sz="1400">
              <a:latin typeface="Times New Roman" panose="02020603050405020304" pitchFamily="18" charset="0"/>
              <a:cs typeface="Times New Roman" panose="02020603050405020304" pitchFamily="18" charset="0"/>
            </a:rPr>
            <a:t> : Abandon des fiches de constatation à Bissegué</a:t>
          </a:r>
        </a:p>
      </dgm:t>
    </dgm:pt>
    <dgm:pt modelId="{373151DE-AA9F-48A7-9A0F-F9811CA50577}" type="parTrans" cxnId="{C4C919AA-E3D2-4C00-8B3E-F63F12821283}">
      <dgm:prSet/>
      <dgm:spPr/>
      <dgm:t>
        <a:bodyPr/>
        <a:lstStyle/>
        <a:p>
          <a:endParaRPr lang="fr-FR"/>
        </a:p>
      </dgm:t>
    </dgm:pt>
    <dgm:pt modelId="{112A1829-92EF-456B-AAFF-E9DACB0614D0}" type="sibTrans" cxnId="{C4C919AA-E3D2-4C00-8B3E-F63F12821283}">
      <dgm:prSet/>
      <dgm:spPr/>
      <dgm:t>
        <a:bodyPr/>
        <a:lstStyle/>
        <a:p>
          <a:endParaRPr lang="fr-FR"/>
        </a:p>
      </dgm:t>
    </dgm:pt>
    <dgm:pt modelId="{B5B955B8-04D8-4A83-AAFA-232618B02ED4}">
      <dgm:prSet custT="1"/>
      <dgm:spPr/>
      <dgm:t>
        <a:bodyPr/>
        <a:lstStyle/>
        <a:p>
          <a:r>
            <a:rPr lang="fr-FR" sz="1400" b="1">
              <a:latin typeface="Times New Roman" panose="02020603050405020304" pitchFamily="18" charset="0"/>
              <a:cs typeface="Times New Roman" panose="02020603050405020304" pitchFamily="18" charset="0"/>
            </a:rPr>
            <a:t>P1</a:t>
          </a:r>
          <a:r>
            <a:rPr lang="fr-FR" sz="1400">
              <a:latin typeface="Times New Roman" panose="02020603050405020304" pitchFamily="18" charset="0"/>
              <a:cs typeface="Times New Roman" panose="02020603050405020304" pitchFamily="18" charset="0"/>
            </a:rPr>
            <a:t> — Parce que : changement de divisionnaire</a:t>
          </a:r>
        </a:p>
      </dgm:t>
    </dgm:pt>
    <dgm:pt modelId="{6910CACC-C9A6-4AF3-A108-4240302BE5F9}" type="parTrans" cxnId="{4037022A-2704-4304-9CA7-B1EB4743C0C0}">
      <dgm:prSet/>
      <dgm:spPr/>
      <dgm:t>
        <a:bodyPr/>
        <a:lstStyle/>
        <a:p>
          <a:endParaRPr lang="fr-FR"/>
        </a:p>
      </dgm:t>
    </dgm:pt>
    <dgm:pt modelId="{2CDC0F3F-77E6-46A1-AE52-FEAB802C5F7D}" type="sibTrans" cxnId="{4037022A-2704-4304-9CA7-B1EB4743C0C0}">
      <dgm:prSet/>
      <dgm:spPr/>
      <dgm:t>
        <a:bodyPr/>
        <a:lstStyle/>
        <a:p>
          <a:endParaRPr lang="fr-FR"/>
        </a:p>
      </dgm:t>
    </dgm:pt>
    <dgm:pt modelId="{DEF4B8DD-D7AC-4DE4-8A51-64BBF931F997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P2</a:t>
          </a:r>
          <a:r>
            <a:rPr lang="fr-FR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nouvelle méthodologie de travail introduite</a:t>
          </a:r>
        </a:p>
      </dgm:t>
    </dgm:pt>
    <dgm:pt modelId="{BB6153FE-D08F-43FC-8D16-C2031F39B3FE}" type="parTrans" cxnId="{7DE267BC-7049-4163-8F4B-A79BC4A0E265}">
      <dgm:prSet/>
      <dgm:spPr/>
      <dgm:t>
        <a:bodyPr/>
        <a:lstStyle/>
        <a:p>
          <a:endParaRPr lang="fr-FR"/>
        </a:p>
      </dgm:t>
    </dgm:pt>
    <dgm:pt modelId="{FD8140D9-D3C3-4B09-BA94-562522557307}" type="sibTrans" cxnId="{7DE267BC-7049-4163-8F4B-A79BC4A0E265}">
      <dgm:prSet/>
      <dgm:spPr/>
      <dgm:t>
        <a:bodyPr/>
        <a:lstStyle/>
        <a:p>
          <a:endParaRPr lang="fr-FR"/>
        </a:p>
      </dgm:t>
    </dgm:pt>
    <dgm:pt modelId="{4357979B-37B6-43EB-9090-8368290F1511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P3</a:t>
          </a:r>
          <a:r>
            <a:rPr lang="fr-FR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volonté de simplifier les échanges terrain/hiérarchie</a:t>
          </a:r>
        </a:p>
      </dgm:t>
    </dgm:pt>
    <dgm:pt modelId="{D99C38C7-659E-4FE6-A6C5-1FA63D7F474F}" type="parTrans" cxnId="{4FB76DA1-9CF4-4FB4-914B-3DE7032A193A}">
      <dgm:prSet/>
      <dgm:spPr/>
      <dgm:t>
        <a:bodyPr/>
        <a:lstStyle/>
        <a:p>
          <a:endParaRPr lang="fr-FR"/>
        </a:p>
      </dgm:t>
    </dgm:pt>
    <dgm:pt modelId="{FD97098E-1019-4DDE-AF06-9E5A4D717EBC}" type="sibTrans" cxnId="{4FB76DA1-9CF4-4FB4-914B-3DE7032A193A}">
      <dgm:prSet/>
      <dgm:spPr/>
      <dgm:t>
        <a:bodyPr/>
        <a:lstStyle/>
        <a:p>
          <a:endParaRPr lang="fr-FR"/>
        </a:p>
      </dgm:t>
    </dgm:pt>
    <dgm:pt modelId="{919C11B6-0AFF-40A7-97E5-B275228484D8}">
      <dgm:prSet custT="1"/>
      <dgm:spPr/>
      <dgm:t>
        <a:bodyPr/>
        <a:lstStyle/>
        <a:p>
          <a:r>
            <a:rPr lang="fr-FR" sz="1400" b="1">
              <a:latin typeface="Times New Roman" panose="02020603050405020304" pitchFamily="18" charset="0"/>
              <a:cs typeface="Times New Roman" panose="02020603050405020304" pitchFamily="18" charset="0"/>
            </a:rPr>
            <a:t>P4</a:t>
          </a:r>
          <a:r>
            <a:rPr lang="fr-FR" sz="1400">
              <a:latin typeface="Times New Roman" panose="02020603050405020304" pitchFamily="18" charset="0"/>
              <a:cs typeface="Times New Roman" panose="02020603050405020304" pitchFamily="18" charset="0"/>
            </a:rPr>
            <a:t> — Parce que : réduction de la charge documentaire</a:t>
          </a:r>
        </a:p>
      </dgm:t>
    </dgm:pt>
    <dgm:pt modelId="{6028EB7B-D361-4F15-9B2D-C819A53205DE}" type="parTrans" cxnId="{35B08177-1843-4E1F-9500-CAC03EACB6A2}">
      <dgm:prSet/>
      <dgm:spPr/>
      <dgm:t>
        <a:bodyPr/>
        <a:lstStyle/>
        <a:p>
          <a:endParaRPr lang="fr-FR"/>
        </a:p>
      </dgm:t>
    </dgm:pt>
    <dgm:pt modelId="{D049DB1E-EE5B-47DA-826E-590B39A2D549}" type="sibTrans" cxnId="{35B08177-1843-4E1F-9500-CAC03EACB6A2}">
      <dgm:prSet/>
      <dgm:spPr/>
      <dgm:t>
        <a:bodyPr/>
        <a:lstStyle/>
        <a:p>
          <a:endParaRPr lang="fr-FR"/>
        </a:p>
      </dgm:t>
    </dgm:pt>
    <dgm:pt modelId="{D3E1760F-0146-49E3-8101-D667FDF9233C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P5</a:t>
          </a:r>
          <a:r>
            <a:rPr lang="fr-FR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recherche de rapidité d'intervention</a:t>
          </a:r>
        </a:p>
      </dgm:t>
    </dgm:pt>
    <dgm:pt modelId="{6EBE1F45-4B45-4422-9823-F2ABAC278273}" type="parTrans" cxnId="{00DA3991-0B1C-410D-ABFF-73F20BF04E5F}">
      <dgm:prSet/>
      <dgm:spPr/>
      <dgm:t>
        <a:bodyPr/>
        <a:lstStyle/>
        <a:p>
          <a:endParaRPr lang="fr-FR"/>
        </a:p>
      </dgm:t>
    </dgm:pt>
    <dgm:pt modelId="{834E980C-BD62-4A99-AB7B-48F13187F5C0}" type="sibTrans" cxnId="{00DA3991-0B1C-410D-ABFF-73F20BF04E5F}">
      <dgm:prSet/>
      <dgm:spPr/>
      <dgm:t>
        <a:bodyPr/>
        <a:lstStyle/>
        <a:p>
          <a:endParaRPr lang="fr-FR"/>
        </a:p>
      </dgm:t>
    </dgm:pt>
    <dgm:pt modelId="{353DD771-61BA-4E30-89B9-EF907F2C5F25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Cause racine</a:t>
          </a:r>
          <a:r>
            <a:rPr lang="fr-FR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 : Arbitrage organisationnel entre rapidité d'intervention et rigueur de traçabilité</a:t>
          </a:r>
        </a:p>
      </dgm:t>
    </dgm:pt>
    <dgm:pt modelId="{E2CDAEAE-5F75-4264-AF17-8196CCDECE35}" type="parTrans" cxnId="{A8DE5600-ABCB-4E68-9DD5-3E03D57558BE}">
      <dgm:prSet/>
      <dgm:spPr/>
      <dgm:t>
        <a:bodyPr/>
        <a:lstStyle/>
        <a:p>
          <a:endParaRPr lang="fr-FR"/>
        </a:p>
      </dgm:t>
    </dgm:pt>
    <dgm:pt modelId="{1BDE386B-8E87-44B2-8C68-8820B3EB8A85}" type="sibTrans" cxnId="{A8DE5600-ABCB-4E68-9DD5-3E03D57558BE}">
      <dgm:prSet/>
      <dgm:spPr/>
      <dgm:t>
        <a:bodyPr/>
        <a:lstStyle/>
        <a:p>
          <a:endParaRPr lang="fr-FR"/>
        </a:p>
      </dgm:t>
    </dgm:pt>
    <dgm:pt modelId="{E2F5FB13-AEF3-40FF-9D6C-1469749EE680}" type="pres">
      <dgm:prSet presAssocID="{9050278F-31B1-41E5-B7E7-71B5A7883D93}" presName="Name0" presStyleCnt="0">
        <dgm:presLayoutVars>
          <dgm:chMax val="7"/>
          <dgm:chPref val="5"/>
        </dgm:presLayoutVars>
      </dgm:prSet>
      <dgm:spPr/>
    </dgm:pt>
    <dgm:pt modelId="{17B07F61-3D8C-4C6B-85F8-CB759984FDA6}" type="pres">
      <dgm:prSet presAssocID="{9050278F-31B1-41E5-B7E7-71B5A7883D93}" presName="arrowNode" presStyleLbl="node1" presStyleIdx="0" presStyleCnt="1"/>
      <dgm:spPr/>
    </dgm:pt>
    <dgm:pt modelId="{419D3F38-D2B7-44F9-A139-ACE83FEF8CE6}" type="pres">
      <dgm:prSet presAssocID="{8C4E6487-604F-4FC4-8FFD-21D4065C4CD0}" presName="txNode1" presStyleLbl="revTx" presStyleIdx="0" presStyleCnt="7">
        <dgm:presLayoutVars>
          <dgm:bulletEnabled val="1"/>
        </dgm:presLayoutVars>
      </dgm:prSet>
      <dgm:spPr/>
    </dgm:pt>
    <dgm:pt modelId="{0E2C278B-1D41-47A8-A2FB-0CB43D9BA4AC}" type="pres">
      <dgm:prSet presAssocID="{B5B955B8-04D8-4A83-AAFA-232618B02ED4}" presName="txNode2" presStyleLbl="revTx" presStyleIdx="1" presStyleCnt="7">
        <dgm:presLayoutVars>
          <dgm:bulletEnabled val="1"/>
        </dgm:presLayoutVars>
      </dgm:prSet>
      <dgm:spPr/>
    </dgm:pt>
    <dgm:pt modelId="{B6121F21-9F3C-415A-8827-B9C57D1A101A}" type="pres">
      <dgm:prSet presAssocID="{2CDC0F3F-77E6-46A1-AE52-FEAB802C5F7D}" presName="dotNode2" presStyleCnt="0"/>
      <dgm:spPr/>
    </dgm:pt>
    <dgm:pt modelId="{BA4A2C86-63D7-4304-9247-506F8B6B0BD5}" type="pres">
      <dgm:prSet presAssocID="{2CDC0F3F-77E6-46A1-AE52-FEAB802C5F7D}" presName="dotRepeatNode" presStyleLbl="fgShp" presStyleIdx="0" presStyleCnt="5"/>
      <dgm:spPr/>
    </dgm:pt>
    <dgm:pt modelId="{8543B1F2-FC02-42A1-A57A-E3846AD33007}" type="pres">
      <dgm:prSet presAssocID="{DEF4B8DD-D7AC-4DE4-8A51-64BBF931F997}" presName="txNode3" presStyleLbl="revTx" presStyleIdx="2" presStyleCnt="7">
        <dgm:presLayoutVars>
          <dgm:bulletEnabled val="1"/>
        </dgm:presLayoutVars>
      </dgm:prSet>
      <dgm:spPr/>
    </dgm:pt>
    <dgm:pt modelId="{C715B58E-27ED-41C4-ACD6-E3A24D3A7030}" type="pres">
      <dgm:prSet presAssocID="{FD8140D9-D3C3-4B09-BA94-562522557307}" presName="dotNode3" presStyleCnt="0"/>
      <dgm:spPr/>
    </dgm:pt>
    <dgm:pt modelId="{50BAFC1D-3EB4-4079-931A-5D7B23A8A3E6}" type="pres">
      <dgm:prSet presAssocID="{FD8140D9-D3C3-4B09-BA94-562522557307}" presName="dotRepeatNode" presStyleLbl="fgShp" presStyleIdx="1" presStyleCnt="5"/>
      <dgm:spPr/>
    </dgm:pt>
    <dgm:pt modelId="{F6822F74-C99B-41F4-87AF-5C0FB06D00FE}" type="pres">
      <dgm:prSet presAssocID="{4357979B-37B6-43EB-9090-8368290F1511}" presName="txNode4" presStyleLbl="revTx" presStyleIdx="3" presStyleCnt="7">
        <dgm:presLayoutVars>
          <dgm:bulletEnabled val="1"/>
        </dgm:presLayoutVars>
      </dgm:prSet>
      <dgm:spPr/>
    </dgm:pt>
    <dgm:pt modelId="{B164752C-1F33-4488-8F80-648FDC819B94}" type="pres">
      <dgm:prSet presAssocID="{FD97098E-1019-4DDE-AF06-9E5A4D717EBC}" presName="dotNode4" presStyleCnt="0"/>
      <dgm:spPr/>
    </dgm:pt>
    <dgm:pt modelId="{D493A1F4-C200-4E98-B617-E019F9CF7E28}" type="pres">
      <dgm:prSet presAssocID="{FD97098E-1019-4DDE-AF06-9E5A4D717EBC}" presName="dotRepeatNode" presStyleLbl="fgShp" presStyleIdx="2" presStyleCnt="5"/>
      <dgm:spPr/>
    </dgm:pt>
    <dgm:pt modelId="{389288CF-8843-40D0-8411-6557117CFDEA}" type="pres">
      <dgm:prSet presAssocID="{919C11B6-0AFF-40A7-97E5-B275228484D8}" presName="txNode5" presStyleLbl="revTx" presStyleIdx="4" presStyleCnt="7">
        <dgm:presLayoutVars>
          <dgm:bulletEnabled val="1"/>
        </dgm:presLayoutVars>
      </dgm:prSet>
      <dgm:spPr/>
    </dgm:pt>
    <dgm:pt modelId="{3477C249-C2EF-4030-B2DB-F59D2473C1C4}" type="pres">
      <dgm:prSet presAssocID="{D049DB1E-EE5B-47DA-826E-590B39A2D549}" presName="dotNode5" presStyleCnt="0"/>
      <dgm:spPr/>
    </dgm:pt>
    <dgm:pt modelId="{63961C74-689E-46AD-9F15-A02E618AFA73}" type="pres">
      <dgm:prSet presAssocID="{D049DB1E-EE5B-47DA-826E-590B39A2D549}" presName="dotRepeatNode" presStyleLbl="fgShp" presStyleIdx="3" presStyleCnt="5"/>
      <dgm:spPr/>
    </dgm:pt>
    <dgm:pt modelId="{09170B78-3007-46A5-9F66-23C6483515EC}" type="pres">
      <dgm:prSet presAssocID="{D3E1760F-0146-49E3-8101-D667FDF9233C}" presName="txNode6" presStyleLbl="revTx" presStyleIdx="5" presStyleCnt="7" custLinFactNeighborX="13932" custLinFactNeighborY="-21737">
        <dgm:presLayoutVars>
          <dgm:bulletEnabled val="1"/>
        </dgm:presLayoutVars>
      </dgm:prSet>
      <dgm:spPr/>
    </dgm:pt>
    <dgm:pt modelId="{DF8B1566-03E8-435F-82C5-268E6569AD6C}" type="pres">
      <dgm:prSet presAssocID="{834E980C-BD62-4A99-AB7B-48F13187F5C0}" presName="dotNode6" presStyleCnt="0"/>
      <dgm:spPr/>
    </dgm:pt>
    <dgm:pt modelId="{15301E07-B75F-4A40-A26D-59F07C13DDD4}" type="pres">
      <dgm:prSet presAssocID="{834E980C-BD62-4A99-AB7B-48F13187F5C0}" presName="dotRepeatNode" presStyleLbl="fgShp" presStyleIdx="4" presStyleCnt="5"/>
      <dgm:spPr/>
    </dgm:pt>
    <dgm:pt modelId="{DC5B33AB-BBA1-4D7D-A1A0-8979827595D1}" type="pres">
      <dgm:prSet presAssocID="{353DD771-61BA-4E30-89B9-EF907F2C5F25}" presName="txNode7" presStyleLbl="revTx" presStyleIdx="6" presStyleCnt="7" custLinFactNeighborX="-703" custLinFactNeighborY="21700">
        <dgm:presLayoutVars>
          <dgm:bulletEnabled val="1"/>
        </dgm:presLayoutVars>
      </dgm:prSet>
      <dgm:spPr/>
    </dgm:pt>
  </dgm:ptLst>
  <dgm:cxnLst>
    <dgm:cxn modelId="{A8DE5600-ABCB-4E68-9DD5-3E03D57558BE}" srcId="{9050278F-31B1-41E5-B7E7-71B5A7883D93}" destId="{353DD771-61BA-4E30-89B9-EF907F2C5F25}" srcOrd="6" destOrd="0" parTransId="{E2CDAEAE-5F75-4264-AF17-8196CCDECE35}" sibTransId="{1BDE386B-8E87-44B2-8C68-8820B3EB8A85}"/>
    <dgm:cxn modelId="{5631560F-A220-4865-8F3C-E2A3CA0E32C2}" type="presOf" srcId="{8C4E6487-604F-4FC4-8FFD-21D4065C4CD0}" destId="{419D3F38-D2B7-44F9-A139-ACE83FEF8CE6}" srcOrd="0" destOrd="0" presId="urn:microsoft.com/office/officeart/2009/3/layout/DescendingProcess"/>
    <dgm:cxn modelId="{5B77F01A-815F-4B47-9DE8-595BE5D38E4E}" type="presOf" srcId="{919C11B6-0AFF-40A7-97E5-B275228484D8}" destId="{389288CF-8843-40D0-8411-6557117CFDEA}" srcOrd="0" destOrd="0" presId="urn:microsoft.com/office/officeart/2009/3/layout/DescendingProcess"/>
    <dgm:cxn modelId="{4037022A-2704-4304-9CA7-B1EB4743C0C0}" srcId="{9050278F-31B1-41E5-B7E7-71B5A7883D93}" destId="{B5B955B8-04D8-4A83-AAFA-232618B02ED4}" srcOrd="1" destOrd="0" parTransId="{6910CACC-C9A6-4AF3-A108-4240302BE5F9}" sibTransId="{2CDC0F3F-77E6-46A1-AE52-FEAB802C5F7D}"/>
    <dgm:cxn modelId="{A8301868-C422-474F-BE7C-25AE7BACE5CC}" type="presOf" srcId="{D3E1760F-0146-49E3-8101-D667FDF9233C}" destId="{09170B78-3007-46A5-9F66-23C6483515EC}" srcOrd="0" destOrd="0" presId="urn:microsoft.com/office/officeart/2009/3/layout/DescendingProcess"/>
    <dgm:cxn modelId="{35B08177-1843-4E1F-9500-CAC03EACB6A2}" srcId="{9050278F-31B1-41E5-B7E7-71B5A7883D93}" destId="{919C11B6-0AFF-40A7-97E5-B275228484D8}" srcOrd="4" destOrd="0" parTransId="{6028EB7B-D361-4F15-9B2D-C819A53205DE}" sibTransId="{D049DB1E-EE5B-47DA-826E-590B39A2D549}"/>
    <dgm:cxn modelId="{00DA3991-0B1C-410D-ABFF-73F20BF04E5F}" srcId="{9050278F-31B1-41E5-B7E7-71B5A7883D93}" destId="{D3E1760F-0146-49E3-8101-D667FDF9233C}" srcOrd="5" destOrd="0" parTransId="{6EBE1F45-4B45-4422-9823-F2ABAC278273}" sibTransId="{834E980C-BD62-4A99-AB7B-48F13187F5C0}"/>
    <dgm:cxn modelId="{A81F5A92-7962-4DDD-9275-DC9A7EC44364}" type="presOf" srcId="{4357979B-37B6-43EB-9090-8368290F1511}" destId="{F6822F74-C99B-41F4-87AF-5C0FB06D00FE}" srcOrd="0" destOrd="0" presId="urn:microsoft.com/office/officeart/2009/3/layout/DescendingProcess"/>
    <dgm:cxn modelId="{0F4CFE94-C9CA-438D-A5BB-CE8928DF65E6}" type="presOf" srcId="{FD97098E-1019-4DDE-AF06-9E5A4D717EBC}" destId="{D493A1F4-C200-4E98-B617-E019F9CF7E28}" srcOrd="0" destOrd="0" presId="urn:microsoft.com/office/officeart/2009/3/layout/DescendingProcess"/>
    <dgm:cxn modelId="{717A1AA1-C5F6-4CE0-8730-157A8E77B7C2}" type="presOf" srcId="{9050278F-31B1-41E5-B7E7-71B5A7883D93}" destId="{E2F5FB13-AEF3-40FF-9D6C-1469749EE680}" srcOrd="0" destOrd="0" presId="urn:microsoft.com/office/officeart/2009/3/layout/DescendingProcess"/>
    <dgm:cxn modelId="{4FB76DA1-9CF4-4FB4-914B-3DE7032A193A}" srcId="{9050278F-31B1-41E5-B7E7-71B5A7883D93}" destId="{4357979B-37B6-43EB-9090-8368290F1511}" srcOrd="3" destOrd="0" parTransId="{D99C38C7-659E-4FE6-A6C5-1FA63D7F474F}" sibTransId="{FD97098E-1019-4DDE-AF06-9E5A4D717EBC}"/>
    <dgm:cxn modelId="{C4C919AA-E3D2-4C00-8B3E-F63F12821283}" srcId="{9050278F-31B1-41E5-B7E7-71B5A7883D93}" destId="{8C4E6487-604F-4FC4-8FFD-21D4065C4CD0}" srcOrd="0" destOrd="0" parTransId="{373151DE-AA9F-48A7-9A0F-F9811CA50577}" sibTransId="{112A1829-92EF-456B-AAFF-E9DACB0614D0}"/>
    <dgm:cxn modelId="{E783D7AB-0830-464E-8235-7E5C1E18B14E}" type="presOf" srcId="{2CDC0F3F-77E6-46A1-AE52-FEAB802C5F7D}" destId="{BA4A2C86-63D7-4304-9247-506F8B6B0BD5}" srcOrd="0" destOrd="0" presId="urn:microsoft.com/office/officeart/2009/3/layout/DescendingProcess"/>
    <dgm:cxn modelId="{2C00DFB4-C937-4E23-80F9-E7678B9BD002}" type="presOf" srcId="{353DD771-61BA-4E30-89B9-EF907F2C5F25}" destId="{DC5B33AB-BBA1-4D7D-A1A0-8979827595D1}" srcOrd="0" destOrd="0" presId="urn:microsoft.com/office/officeart/2009/3/layout/DescendingProcess"/>
    <dgm:cxn modelId="{7DE267BC-7049-4163-8F4B-A79BC4A0E265}" srcId="{9050278F-31B1-41E5-B7E7-71B5A7883D93}" destId="{DEF4B8DD-D7AC-4DE4-8A51-64BBF931F997}" srcOrd="2" destOrd="0" parTransId="{BB6153FE-D08F-43FC-8D16-C2031F39B3FE}" sibTransId="{FD8140D9-D3C3-4B09-BA94-562522557307}"/>
    <dgm:cxn modelId="{496CE9C8-FF96-4A3A-9326-490E3C939670}" type="presOf" srcId="{DEF4B8DD-D7AC-4DE4-8A51-64BBF931F997}" destId="{8543B1F2-FC02-42A1-A57A-E3846AD33007}" srcOrd="0" destOrd="0" presId="urn:microsoft.com/office/officeart/2009/3/layout/DescendingProcess"/>
    <dgm:cxn modelId="{30AD6FC9-C0E9-45CF-AC16-160FE4E687FF}" type="presOf" srcId="{D049DB1E-EE5B-47DA-826E-590B39A2D549}" destId="{63961C74-689E-46AD-9F15-A02E618AFA73}" srcOrd="0" destOrd="0" presId="urn:microsoft.com/office/officeart/2009/3/layout/DescendingProcess"/>
    <dgm:cxn modelId="{56D504E2-A3C2-4DC8-A824-159A0712A2C3}" type="presOf" srcId="{FD8140D9-D3C3-4B09-BA94-562522557307}" destId="{50BAFC1D-3EB4-4079-931A-5D7B23A8A3E6}" srcOrd="0" destOrd="0" presId="urn:microsoft.com/office/officeart/2009/3/layout/DescendingProcess"/>
    <dgm:cxn modelId="{C59D03E4-F63B-4012-8775-E0AA916128C4}" type="presOf" srcId="{834E980C-BD62-4A99-AB7B-48F13187F5C0}" destId="{15301E07-B75F-4A40-A26D-59F07C13DDD4}" srcOrd="0" destOrd="0" presId="urn:microsoft.com/office/officeart/2009/3/layout/DescendingProcess"/>
    <dgm:cxn modelId="{EDE6EAF9-B545-4FB7-A948-63821E391AAA}" type="presOf" srcId="{B5B955B8-04D8-4A83-AAFA-232618B02ED4}" destId="{0E2C278B-1D41-47A8-A2FB-0CB43D9BA4AC}" srcOrd="0" destOrd="0" presId="urn:microsoft.com/office/officeart/2009/3/layout/DescendingProcess"/>
    <dgm:cxn modelId="{B9BF9480-26C0-49F8-8A5B-8E322936D180}" type="presParOf" srcId="{E2F5FB13-AEF3-40FF-9D6C-1469749EE680}" destId="{17B07F61-3D8C-4C6B-85F8-CB759984FDA6}" srcOrd="0" destOrd="0" presId="urn:microsoft.com/office/officeart/2009/3/layout/DescendingProcess"/>
    <dgm:cxn modelId="{34D8BB36-3442-4E34-9B12-FD3FE783E420}" type="presParOf" srcId="{E2F5FB13-AEF3-40FF-9D6C-1469749EE680}" destId="{419D3F38-D2B7-44F9-A139-ACE83FEF8CE6}" srcOrd="1" destOrd="0" presId="urn:microsoft.com/office/officeart/2009/3/layout/DescendingProcess"/>
    <dgm:cxn modelId="{BC2F2855-9F6A-46A4-8C35-DF91B9AB4904}" type="presParOf" srcId="{E2F5FB13-AEF3-40FF-9D6C-1469749EE680}" destId="{0E2C278B-1D41-47A8-A2FB-0CB43D9BA4AC}" srcOrd="2" destOrd="0" presId="urn:microsoft.com/office/officeart/2009/3/layout/DescendingProcess"/>
    <dgm:cxn modelId="{C19F325E-B1C1-4416-A985-B2FE4E16F94F}" type="presParOf" srcId="{E2F5FB13-AEF3-40FF-9D6C-1469749EE680}" destId="{B6121F21-9F3C-415A-8827-B9C57D1A101A}" srcOrd="3" destOrd="0" presId="urn:microsoft.com/office/officeart/2009/3/layout/DescendingProcess"/>
    <dgm:cxn modelId="{D0EFFDCB-C02F-4022-9D52-6ADD95F2F761}" type="presParOf" srcId="{B6121F21-9F3C-415A-8827-B9C57D1A101A}" destId="{BA4A2C86-63D7-4304-9247-506F8B6B0BD5}" srcOrd="0" destOrd="0" presId="urn:microsoft.com/office/officeart/2009/3/layout/DescendingProcess"/>
    <dgm:cxn modelId="{E60DF9A3-709F-4DE4-BABC-7F8284A44825}" type="presParOf" srcId="{E2F5FB13-AEF3-40FF-9D6C-1469749EE680}" destId="{8543B1F2-FC02-42A1-A57A-E3846AD33007}" srcOrd="4" destOrd="0" presId="urn:microsoft.com/office/officeart/2009/3/layout/DescendingProcess"/>
    <dgm:cxn modelId="{83848364-5FC4-436F-83E9-CB158EDD3CA5}" type="presParOf" srcId="{E2F5FB13-AEF3-40FF-9D6C-1469749EE680}" destId="{C715B58E-27ED-41C4-ACD6-E3A24D3A7030}" srcOrd="5" destOrd="0" presId="urn:microsoft.com/office/officeart/2009/3/layout/DescendingProcess"/>
    <dgm:cxn modelId="{6D65EF42-3442-4931-B026-6E5C2A8ED813}" type="presParOf" srcId="{C715B58E-27ED-41C4-ACD6-E3A24D3A7030}" destId="{50BAFC1D-3EB4-4079-931A-5D7B23A8A3E6}" srcOrd="0" destOrd="0" presId="urn:microsoft.com/office/officeart/2009/3/layout/DescendingProcess"/>
    <dgm:cxn modelId="{F61078D6-DE91-4AD7-97B7-A5C68B77CD6C}" type="presParOf" srcId="{E2F5FB13-AEF3-40FF-9D6C-1469749EE680}" destId="{F6822F74-C99B-41F4-87AF-5C0FB06D00FE}" srcOrd="6" destOrd="0" presId="urn:microsoft.com/office/officeart/2009/3/layout/DescendingProcess"/>
    <dgm:cxn modelId="{AD4B791A-56C0-4922-99C5-F45E2AA145BA}" type="presParOf" srcId="{E2F5FB13-AEF3-40FF-9D6C-1469749EE680}" destId="{B164752C-1F33-4488-8F80-648FDC819B94}" srcOrd="7" destOrd="0" presId="urn:microsoft.com/office/officeart/2009/3/layout/DescendingProcess"/>
    <dgm:cxn modelId="{9C2EC918-24E4-4659-88F2-479C11B4DC90}" type="presParOf" srcId="{B164752C-1F33-4488-8F80-648FDC819B94}" destId="{D493A1F4-C200-4E98-B617-E019F9CF7E28}" srcOrd="0" destOrd="0" presId="urn:microsoft.com/office/officeart/2009/3/layout/DescendingProcess"/>
    <dgm:cxn modelId="{7B4298D5-6DDC-4FAD-812E-AE137C4E00BE}" type="presParOf" srcId="{E2F5FB13-AEF3-40FF-9D6C-1469749EE680}" destId="{389288CF-8843-40D0-8411-6557117CFDEA}" srcOrd="8" destOrd="0" presId="urn:microsoft.com/office/officeart/2009/3/layout/DescendingProcess"/>
    <dgm:cxn modelId="{B7F48C92-256D-4E18-825A-87D39872312C}" type="presParOf" srcId="{E2F5FB13-AEF3-40FF-9D6C-1469749EE680}" destId="{3477C249-C2EF-4030-B2DB-F59D2473C1C4}" srcOrd="9" destOrd="0" presId="urn:microsoft.com/office/officeart/2009/3/layout/DescendingProcess"/>
    <dgm:cxn modelId="{7BEEB142-7882-4B1D-B611-830BE6F887F2}" type="presParOf" srcId="{3477C249-C2EF-4030-B2DB-F59D2473C1C4}" destId="{63961C74-689E-46AD-9F15-A02E618AFA73}" srcOrd="0" destOrd="0" presId="urn:microsoft.com/office/officeart/2009/3/layout/DescendingProcess"/>
    <dgm:cxn modelId="{0E397920-7D4A-4C37-AE81-E239A2586360}" type="presParOf" srcId="{E2F5FB13-AEF3-40FF-9D6C-1469749EE680}" destId="{09170B78-3007-46A5-9F66-23C6483515EC}" srcOrd="10" destOrd="0" presId="urn:microsoft.com/office/officeart/2009/3/layout/DescendingProcess"/>
    <dgm:cxn modelId="{E483DC52-5BD0-4E1A-96A4-354C9200C9BA}" type="presParOf" srcId="{E2F5FB13-AEF3-40FF-9D6C-1469749EE680}" destId="{DF8B1566-03E8-435F-82C5-268E6569AD6C}" srcOrd="11" destOrd="0" presId="urn:microsoft.com/office/officeart/2009/3/layout/DescendingProcess"/>
    <dgm:cxn modelId="{DBB7767D-F1D1-4C8E-A879-7226E74D9410}" type="presParOf" srcId="{DF8B1566-03E8-435F-82C5-268E6569AD6C}" destId="{15301E07-B75F-4A40-A26D-59F07C13DDD4}" srcOrd="0" destOrd="0" presId="urn:microsoft.com/office/officeart/2009/3/layout/DescendingProcess"/>
    <dgm:cxn modelId="{BC025DEA-D556-48C9-8162-F79FAE52BA77}" type="presParOf" srcId="{E2F5FB13-AEF3-40FF-9D6C-1469749EE680}" destId="{DC5B33AB-BBA1-4D7D-A1A0-8979827595D1}" srcOrd="12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9A8A40-177E-464B-9AF6-0C3E9AB51650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2DBDA8D9-B19E-4098-801B-C020332BDC5F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RCM — Reliability Centered Maintenance</a:t>
          </a:r>
          <a:endParaRPr lang="fr-FR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D487E2-B566-43F7-A86B-D1D99F0D285C}" type="parTrans" cxnId="{66C1450B-CBEB-4194-AC69-086214A58452}">
      <dgm:prSet/>
      <dgm:spPr/>
      <dgm:t>
        <a:bodyPr/>
        <a:lstStyle/>
        <a:p>
          <a:endParaRPr lang="fr-FR"/>
        </a:p>
      </dgm:t>
    </dgm:pt>
    <dgm:pt modelId="{7D6A0246-BD8D-4FB1-A416-FA116ECCDC40}" type="sibTrans" cxnId="{66C1450B-CBEB-4194-AC69-086214A58452}">
      <dgm:prSet/>
      <dgm:spPr/>
      <dgm:t>
        <a:bodyPr/>
        <a:lstStyle/>
        <a:p>
          <a:endParaRPr lang="fr-FR"/>
        </a:p>
      </dgm:t>
    </dgm:pt>
    <dgm:pt modelId="{A6F6517E-325E-408F-85E5-5E7E477CF95F}">
      <dgm:prSet custT="1"/>
      <dgm:spPr/>
      <dgm:t>
        <a:bodyPr/>
        <a:lstStyle/>
        <a:p>
          <a:r>
            <a:rPr lang="fr-FR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Définit la stratégie de maintenance adaptée à chaque mode de défaillance critique identifié par l'AMDEC.</a:t>
          </a:r>
        </a:p>
      </dgm:t>
    </dgm:pt>
    <dgm:pt modelId="{F2D72071-DD50-4EFC-8129-E58700A3C111}" type="parTrans" cxnId="{9AE9F2F2-D3B1-4437-9DCB-CB76043B6EB6}">
      <dgm:prSet/>
      <dgm:spPr/>
      <dgm:t>
        <a:bodyPr/>
        <a:lstStyle/>
        <a:p>
          <a:endParaRPr lang="fr-FR"/>
        </a:p>
      </dgm:t>
    </dgm:pt>
    <dgm:pt modelId="{EDD0E2D7-6E04-4A37-9A35-67DDE46EF853}" type="sibTrans" cxnId="{9AE9F2F2-D3B1-4437-9DCB-CB76043B6EB6}">
      <dgm:prSet/>
      <dgm:spPr/>
      <dgm:t>
        <a:bodyPr/>
        <a:lstStyle/>
        <a:p>
          <a:endParaRPr lang="fr-FR"/>
        </a:p>
      </dgm:t>
    </dgm:pt>
    <dgm:pt modelId="{15114532-773B-4FFE-81A8-D81756D71FAD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TPM — Total Productive Maintenance</a:t>
          </a:r>
          <a:endParaRPr lang="fr-FR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3C2627-F6E8-4598-BE97-F60A6CE9317D}" type="parTrans" cxnId="{37CE73C8-73B4-4A22-B7A5-FDA82D2E35B6}">
      <dgm:prSet/>
      <dgm:spPr/>
      <dgm:t>
        <a:bodyPr/>
        <a:lstStyle/>
        <a:p>
          <a:endParaRPr lang="fr-FR"/>
        </a:p>
      </dgm:t>
    </dgm:pt>
    <dgm:pt modelId="{6713C461-19F0-4C33-B982-C00F31FD406F}" type="sibTrans" cxnId="{37CE73C8-73B4-4A22-B7A5-FDA82D2E35B6}">
      <dgm:prSet/>
      <dgm:spPr/>
      <dgm:t>
        <a:bodyPr/>
        <a:lstStyle/>
        <a:p>
          <a:endParaRPr lang="fr-FR"/>
        </a:p>
      </dgm:t>
    </dgm:pt>
    <dgm:pt modelId="{2E0AD5E9-C1AF-45D7-8CAD-3E8E7813279A}">
      <dgm:prSet custT="1"/>
      <dgm:spPr/>
      <dgm:t>
        <a:bodyPr/>
        <a:lstStyle/>
        <a:p>
          <a:r>
            <a:rPr lang="fr-FR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Levier complémentaire orienté terrain : maintenance autonome, routines d'inspection de premier niveau.</a:t>
          </a:r>
        </a:p>
      </dgm:t>
    </dgm:pt>
    <dgm:pt modelId="{BD86E98B-3D51-4F39-A7E0-569C1BB6F7C8}" type="parTrans" cxnId="{6E22B6AE-CFFF-493B-8120-D13F5994F0E2}">
      <dgm:prSet/>
      <dgm:spPr/>
      <dgm:t>
        <a:bodyPr/>
        <a:lstStyle/>
        <a:p>
          <a:endParaRPr lang="fr-FR"/>
        </a:p>
      </dgm:t>
    </dgm:pt>
    <dgm:pt modelId="{7965174F-7E71-415F-91BB-11EA0BD1CE87}" type="sibTrans" cxnId="{6E22B6AE-CFFF-493B-8120-D13F5994F0E2}">
      <dgm:prSet/>
      <dgm:spPr/>
      <dgm:t>
        <a:bodyPr/>
        <a:lstStyle/>
        <a:p>
          <a:endParaRPr lang="fr-FR"/>
        </a:p>
      </dgm:t>
    </dgm:pt>
    <dgm:pt modelId="{62C69434-D46C-4CA9-A642-46FDEF3E36E7}" type="pres">
      <dgm:prSet presAssocID="{7F9A8A40-177E-464B-9AF6-0C3E9AB51650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D160BF88-59A2-4F39-872E-363883B594A5}" type="pres">
      <dgm:prSet presAssocID="{2DBDA8D9-B19E-4098-801B-C020332BDC5F}" presName="Accent1" presStyleCnt="0"/>
      <dgm:spPr/>
    </dgm:pt>
    <dgm:pt modelId="{E811721B-CBB1-44FE-BDE4-58E7F975721C}" type="pres">
      <dgm:prSet presAssocID="{2DBDA8D9-B19E-4098-801B-C020332BDC5F}" presName="Accent" presStyleLbl="node1" presStyleIdx="0" presStyleCnt="2"/>
      <dgm:spPr/>
    </dgm:pt>
    <dgm:pt modelId="{0E40B150-AE5F-4D2A-9745-18BDDFF78930}" type="pres">
      <dgm:prSet presAssocID="{2DBDA8D9-B19E-4098-801B-C020332BDC5F}" presName="Child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EE83858F-E867-4186-8CE2-22D11CDBC7E8}" type="pres">
      <dgm:prSet presAssocID="{2DBDA8D9-B19E-4098-801B-C020332BDC5F}" presName="Parent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34053BC4-C7ED-4794-BF7F-E8DAC6325D80}" type="pres">
      <dgm:prSet presAssocID="{15114532-773B-4FFE-81A8-D81756D71FAD}" presName="Accent2" presStyleCnt="0"/>
      <dgm:spPr/>
    </dgm:pt>
    <dgm:pt modelId="{1FEEE0DB-5FA0-42F1-AB2E-B8E70EDCD2EE}" type="pres">
      <dgm:prSet presAssocID="{15114532-773B-4FFE-81A8-D81756D71FAD}" presName="Accent" presStyleLbl="node1" presStyleIdx="1" presStyleCnt="2"/>
      <dgm:spPr/>
    </dgm:pt>
    <dgm:pt modelId="{60D561E8-FF9E-4F99-B006-896BA8CD9D85}" type="pres">
      <dgm:prSet presAssocID="{15114532-773B-4FFE-81A8-D81756D71FAD}" presName="Child2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1834DB1-05CF-4A4D-A976-9C98583AF303}" type="pres">
      <dgm:prSet presAssocID="{15114532-773B-4FFE-81A8-D81756D71FAD}" presName="Parent2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66C1450B-CBEB-4194-AC69-086214A58452}" srcId="{7F9A8A40-177E-464B-9AF6-0C3E9AB51650}" destId="{2DBDA8D9-B19E-4098-801B-C020332BDC5F}" srcOrd="0" destOrd="0" parTransId="{9FD487E2-B566-43F7-A86B-D1D99F0D285C}" sibTransId="{7D6A0246-BD8D-4FB1-A416-FA116ECCDC40}"/>
    <dgm:cxn modelId="{A9BB8E0D-D250-4391-B79A-DB319843CC4A}" type="presOf" srcId="{7F9A8A40-177E-464B-9AF6-0C3E9AB51650}" destId="{62C69434-D46C-4CA9-A642-46FDEF3E36E7}" srcOrd="0" destOrd="0" presId="urn:microsoft.com/office/officeart/2009/layout/CircleArrowProcess"/>
    <dgm:cxn modelId="{1C223164-7EA9-4FD5-84DE-F6CAF763C444}" type="presOf" srcId="{15114532-773B-4FFE-81A8-D81756D71FAD}" destId="{61834DB1-05CF-4A4D-A976-9C98583AF303}" srcOrd="0" destOrd="0" presId="urn:microsoft.com/office/officeart/2009/layout/CircleArrowProcess"/>
    <dgm:cxn modelId="{B39D7A52-8373-4922-A71A-6693E51FB378}" type="presOf" srcId="{2DBDA8D9-B19E-4098-801B-C020332BDC5F}" destId="{EE83858F-E867-4186-8CE2-22D11CDBC7E8}" srcOrd="0" destOrd="0" presId="urn:microsoft.com/office/officeart/2009/layout/CircleArrowProcess"/>
    <dgm:cxn modelId="{6E22B6AE-CFFF-493B-8120-D13F5994F0E2}" srcId="{15114532-773B-4FFE-81A8-D81756D71FAD}" destId="{2E0AD5E9-C1AF-45D7-8CAD-3E8E7813279A}" srcOrd="0" destOrd="0" parTransId="{BD86E98B-3D51-4F39-A7E0-569C1BB6F7C8}" sibTransId="{7965174F-7E71-415F-91BB-11EA0BD1CE87}"/>
    <dgm:cxn modelId="{37CE73C8-73B4-4A22-B7A5-FDA82D2E35B6}" srcId="{7F9A8A40-177E-464B-9AF6-0C3E9AB51650}" destId="{15114532-773B-4FFE-81A8-D81756D71FAD}" srcOrd="1" destOrd="0" parTransId="{A93C2627-F6E8-4598-BE97-F60A6CE9317D}" sibTransId="{6713C461-19F0-4C33-B982-C00F31FD406F}"/>
    <dgm:cxn modelId="{A7766AD6-FC2B-4BD7-A12E-66F613E304DA}" type="presOf" srcId="{A6F6517E-325E-408F-85E5-5E7E477CF95F}" destId="{0E40B150-AE5F-4D2A-9745-18BDDFF78930}" srcOrd="0" destOrd="0" presId="urn:microsoft.com/office/officeart/2009/layout/CircleArrowProcess"/>
    <dgm:cxn modelId="{09DDD0E7-A6A5-4FB7-81ED-DBA2B9003743}" type="presOf" srcId="{2E0AD5E9-C1AF-45D7-8CAD-3E8E7813279A}" destId="{60D561E8-FF9E-4F99-B006-896BA8CD9D85}" srcOrd="0" destOrd="0" presId="urn:microsoft.com/office/officeart/2009/layout/CircleArrowProcess"/>
    <dgm:cxn modelId="{9AE9F2F2-D3B1-4437-9DCB-CB76043B6EB6}" srcId="{2DBDA8D9-B19E-4098-801B-C020332BDC5F}" destId="{A6F6517E-325E-408F-85E5-5E7E477CF95F}" srcOrd="0" destOrd="0" parTransId="{F2D72071-DD50-4EFC-8129-E58700A3C111}" sibTransId="{EDD0E2D7-6E04-4A37-9A35-67DDE46EF853}"/>
    <dgm:cxn modelId="{0866E27F-B2B9-49D7-BC6C-CF9B85B94BE0}" type="presParOf" srcId="{62C69434-D46C-4CA9-A642-46FDEF3E36E7}" destId="{D160BF88-59A2-4F39-872E-363883B594A5}" srcOrd="0" destOrd="0" presId="urn:microsoft.com/office/officeart/2009/layout/CircleArrowProcess"/>
    <dgm:cxn modelId="{B3E7A3FE-290D-43B7-87E9-90696A624501}" type="presParOf" srcId="{D160BF88-59A2-4F39-872E-363883B594A5}" destId="{E811721B-CBB1-44FE-BDE4-58E7F975721C}" srcOrd="0" destOrd="0" presId="urn:microsoft.com/office/officeart/2009/layout/CircleArrowProcess"/>
    <dgm:cxn modelId="{694ABAC4-295A-47BB-AFF8-4A606D1F81DA}" type="presParOf" srcId="{62C69434-D46C-4CA9-A642-46FDEF3E36E7}" destId="{0E40B150-AE5F-4D2A-9745-18BDDFF78930}" srcOrd="1" destOrd="0" presId="urn:microsoft.com/office/officeart/2009/layout/CircleArrowProcess"/>
    <dgm:cxn modelId="{E7BFD2E0-7F90-448B-8EE4-C62B8C51938E}" type="presParOf" srcId="{62C69434-D46C-4CA9-A642-46FDEF3E36E7}" destId="{EE83858F-E867-4186-8CE2-22D11CDBC7E8}" srcOrd="2" destOrd="0" presId="urn:microsoft.com/office/officeart/2009/layout/CircleArrowProcess"/>
    <dgm:cxn modelId="{95075050-C536-4E2B-8812-FF403D28AAE0}" type="presParOf" srcId="{62C69434-D46C-4CA9-A642-46FDEF3E36E7}" destId="{34053BC4-C7ED-4794-BF7F-E8DAC6325D80}" srcOrd="3" destOrd="0" presId="urn:microsoft.com/office/officeart/2009/layout/CircleArrowProcess"/>
    <dgm:cxn modelId="{A45D7A22-5C97-4DB5-B074-14E76DE42934}" type="presParOf" srcId="{34053BC4-C7ED-4794-BF7F-E8DAC6325D80}" destId="{1FEEE0DB-5FA0-42F1-AB2E-B8E70EDCD2EE}" srcOrd="0" destOrd="0" presId="urn:microsoft.com/office/officeart/2009/layout/CircleArrowProcess"/>
    <dgm:cxn modelId="{AB5B1F43-8095-4CE8-9BBD-F87BBB451934}" type="presParOf" srcId="{62C69434-D46C-4CA9-A642-46FDEF3E36E7}" destId="{60D561E8-FF9E-4F99-B006-896BA8CD9D85}" srcOrd="4" destOrd="0" presId="urn:microsoft.com/office/officeart/2009/layout/CircleArrowProcess"/>
    <dgm:cxn modelId="{CC3E01A6-02EF-435E-B3D2-CAD0FE68956A}" type="presParOf" srcId="{62C69434-D46C-4CA9-A642-46FDEF3E36E7}" destId="{61834DB1-05CF-4A4D-A976-9C98583AF303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6B82BF-1E2B-4EA6-8D4B-C15A05D818F5}" type="doc">
      <dgm:prSet loTypeId="urn:microsoft.com/office/officeart/2005/8/layout/arrow6" loCatId="relationship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F269BBB-E55A-4280-8F12-AEB30AB92ECA}">
      <dgm:prSet custT="1"/>
      <dgm:spPr/>
      <dgm:t>
        <a:bodyPr/>
        <a:lstStyle/>
        <a:p>
          <a:r>
            <a:rPr lang="fr-FR" sz="1400" b="1">
              <a:latin typeface="Times New Roman" panose="02020603050405020304" pitchFamily="18" charset="0"/>
              <a:cs typeface="Times New Roman" panose="02020603050405020304" pitchFamily="18" charset="0"/>
            </a:rPr>
            <a:t>Limites</a:t>
          </a:r>
          <a:endParaRPr lang="fr-FR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64434B-C202-4293-B295-9D8A42ECA1CD}" type="parTrans" cxnId="{4F385305-B0FE-45C9-A248-64E7BDD6ADB2}">
      <dgm:prSet/>
      <dgm:spPr/>
      <dgm:t>
        <a:bodyPr/>
        <a:lstStyle/>
        <a:p>
          <a:endParaRPr lang="fr-FR"/>
        </a:p>
      </dgm:t>
    </dgm:pt>
    <dgm:pt modelId="{395E4BDE-E520-4BE3-8107-429F2F44D81B}" type="sibTrans" cxnId="{4F385305-B0FE-45C9-A248-64E7BDD6ADB2}">
      <dgm:prSet/>
      <dgm:spPr/>
      <dgm:t>
        <a:bodyPr/>
        <a:lstStyle/>
        <a:p>
          <a:endParaRPr lang="fr-FR"/>
        </a:p>
      </dgm:t>
    </dgm:pt>
    <dgm:pt modelId="{DC86D9F3-8FCE-4ECA-BF1B-689889C73899}">
      <dgm:prSet custT="1"/>
      <dgm:spPr/>
      <dgm:t>
        <a:bodyPr/>
        <a:lstStyle/>
        <a:p>
          <a:r>
            <a:rPr lang="fr-FR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Étude quantitative concentrée sur un seul poste (Bissegué) ; période d'observation limitée pour certains indicateurs.</a:t>
          </a:r>
        </a:p>
      </dgm:t>
    </dgm:pt>
    <dgm:pt modelId="{8A1A5EC3-9611-439B-A313-25CED821998F}" type="parTrans" cxnId="{35C9E7BF-CC23-4914-95B0-EEDBE501E86C}">
      <dgm:prSet/>
      <dgm:spPr/>
      <dgm:t>
        <a:bodyPr/>
        <a:lstStyle/>
        <a:p>
          <a:endParaRPr lang="fr-FR"/>
        </a:p>
      </dgm:t>
    </dgm:pt>
    <dgm:pt modelId="{098C408F-D885-44CE-8685-3EB359801E71}" type="sibTrans" cxnId="{35C9E7BF-CC23-4914-95B0-EEDBE501E86C}">
      <dgm:prSet/>
      <dgm:spPr/>
      <dgm:t>
        <a:bodyPr/>
        <a:lstStyle/>
        <a:p>
          <a:endParaRPr lang="fr-FR"/>
        </a:p>
      </dgm:t>
    </dgm:pt>
    <dgm:pt modelId="{63FCA60B-F626-4917-982B-DA5BB3EA63DD}">
      <dgm:prSet custT="1"/>
      <dgm:spPr/>
      <dgm:t>
        <a:bodyPr/>
        <a:lstStyle/>
        <a:p>
          <a:r>
            <a:rPr lang="fr-FR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Perspectives</a:t>
          </a:r>
          <a:endParaRPr lang="fr-FR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3F38A4-0366-4226-991B-5705525826A8}" type="parTrans" cxnId="{1BC16AC9-8E62-4DCA-AD16-DA7129462379}">
      <dgm:prSet/>
      <dgm:spPr/>
      <dgm:t>
        <a:bodyPr/>
        <a:lstStyle/>
        <a:p>
          <a:endParaRPr lang="fr-FR"/>
        </a:p>
      </dgm:t>
    </dgm:pt>
    <dgm:pt modelId="{605CB072-7A63-44FE-AA6C-8DD1CFDA1F7F}" type="sibTrans" cxnId="{1BC16AC9-8E62-4DCA-AD16-DA7129462379}">
      <dgm:prSet/>
      <dgm:spPr/>
      <dgm:t>
        <a:bodyPr/>
        <a:lstStyle/>
        <a:p>
          <a:endParaRPr lang="fr-FR"/>
        </a:p>
      </dgm:t>
    </dgm:pt>
    <dgm:pt modelId="{DDD2226A-989C-418A-8F76-1DF0CCA33181}">
      <dgm:prSet custT="1"/>
      <dgm:spPr/>
      <dgm:t>
        <a:bodyPr/>
        <a:lstStyle/>
        <a:p>
          <a:r>
            <a:rPr lang="fr-FR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Généralisation de la démarche aux autres postes du RIC (Owendo, Angondjé, Ntoum, Nkok).</a:t>
          </a:r>
        </a:p>
      </dgm:t>
    </dgm:pt>
    <dgm:pt modelId="{1482273F-F54C-467D-83F7-BD5AFFBBE8F7}" type="parTrans" cxnId="{5448F4D9-568C-4CC1-A3C2-6E2975C03172}">
      <dgm:prSet/>
      <dgm:spPr/>
      <dgm:t>
        <a:bodyPr/>
        <a:lstStyle/>
        <a:p>
          <a:endParaRPr lang="fr-FR"/>
        </a:p>
      </dgm:t>
    </dgm:pt>
    <dgm:pt modelId="{AD781F93-BE28-4EDF-80C3-6190AE1FF507}" type="sibTrans" cxnId="{5448F4D9-568C-4CC1-A3C2-6E2975C03172}">
      <dgm:prSet/>
      <dgm:spPr/>
      <dgm:t>
        <a:bodyPr/>
        <a:lstStyle/>
        <a:p>
          <a:endParaRPr lang="fr-FR"/>
        </a:p>
      </dgm:t>
    </dgm:pt>
    <dgm:pt modelId="{84FE6AF2-86C1-4A0B-B847-7FB1A6D4CBB2}">
      <dgm:prSet custT="1"/>
      <dgm:spPr/>
      <dgm:t>
        <a:bodyPr/>
        <a:lstStyle/>
        <a:p>
          <a:r>
            <a:rPr lang="fr-FR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Intégration future de données  ; programmation linéaire pour la priorisation budgétaire ; méthode multicritère TOPSIS.</a:t>
          </a:r>
        </a:p>
      </dgm:t>
    </dgm:pt>
    <dgm:pt modelId="{E2500794-B272-47A7-8D27-D6F8FB33917B}" type="parTrans" cxnId="{D2FA0ED1-6759-4F33-8C69-CAFC454C1D41}">
      <dgm:prSet/>
      <dgm:spPr/>
      <dgm:t>
        <a:bodyPr/>
        <a:lstStyle/>
        <a:p>
          <a:endParaRPr lang="fr-FR"/>
        </a:p>
      </dgm:t>
    </dgm:pt>
    <dgm:pt modelId="{52F71C9B-D16B-4985-9A0A-931167B2DE48}" type="sibTrans" cxnId="{D2FA0ED1-6759-4F33-8C69-CAFC454C1D41}">
      <dgm:prSet/>
      <dgm:spPr/>
      <dgm:t>
        <a:bodyPr/>
        <a:lstStyle/>
        <a:p>
          <a:endParaRPr lang="fr-FR"/>
        </a:p>
      </dgm:t>
    </dgm:pt>
    <dgm:pt modelId="{27FAF738-571A-4C3C-B81F-077152F33298}">
      <dgm:prSet custT="1"/>
      <dgm:spPr/>
      <dgm:t>
        <a:bodyPr/>
        <a:lstStyle/>
        <a:p>
          <a:endParaRPr lang="fr-FR" sz="1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597FA5-6EFA-4CF0-8E88-84D8C6F40353}" type="parTrans" cxnId="{9482C812-5A19-415E-8E3C-3ACBC525CC96}">
      <dgm:prSet/>
      <dgm:spPr/>
      <dgm:t>
        <a:bodyPr/>
        <a:lstStyle/>
        <a:p>
          <a:endParaRPr lang="fr-FR"/>
        </a:p>
      </dgm:t>
    </dgm:pt>
    <dgm:pt modelId="{A821EC26-A7D4-4538-B6B4-C4525C3B966A}" type="sibTrans" cxnId="{9482C812-5A19-415E-8E3C-3ACBC525CC96}">
      <dgm:prSet/>
      <dgm:spPr/>
      <dgm:t>
        <a:bodyPr/>
        <a:lstStyle/>
        <a:p>
          <a:endParaRPr lang="fr-FR"/>
        </a:p>
      </dgm:t>
    </dgm:pt>
    <dgm:pt modelId="{8B970548-6C7F-48C3-8846-BF8D2B50C83F}" type="pres">
      <dgm:prSet presAssocID="{506B82BF-1E2B-4EA6-8D4B-C15A05D818F5}" presName="compositeShape" presStyleCnt="0">
        <dgm:presLayoutVars>
          <dgm:chMax val="2"/>
          <dgm:dir/>
          <dgm:resizeHandles val="exact"/>
        </dgm:presLayoutVars>
      </dgm:prSet>
      <dgm:spPr/>
    </dgm:pt>
    <dgm:pt modelId="{4B641D03-CD98-40B6-9C4D-7893D7EAF302}" type="pres">
      <dgm:prSet presAssocID="{506B82BF-1E2B-4EA6-8D4B-C15A05D818F5}" presName="ribbon" presStyleLbl="node1" presStyleIdx="0" presStyleCnt="1" custScaleY="148798"/>
      <dgm:spPr/>
    </dgm:pt>
    <dgm:pt modelId="{A0E94870-9ACC-4498-B98A-58AE66151D08}" type="pres">
      <dgm:prSet presAssocID="{506B82BF-1E2B-4EA6-8D4B-C15A05D818F5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6E591D14-AED4-43E4-8479-BD43ACCA650A}" type="pres">
      <dgm:prSet presAssocID="{506B82BF-1E2B-4EA6-8D4B-C15A05D818F5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F385305-B0FE-45C9-A248-64E7BDD6ADB2}" srcId="{506B82BF-1E2B-4EA6-8D4B-C15A05D818F5}" destId="{8F269BBB-E55A-4280-8F12-AEB30AB92ECA}" srcOrd="0" destOrd="0" parTransId="{AD64434B-C202-4293-B295-9D8A42ECA1CD}" sibTransId="{395E4BDE-E520-4BE3-8107-429F2F44D81B}"/>
    <dgm:cxn modelId="{9482C812-5A19-415E-8E3C-3ACBC525CC96}" srcId="{63FCA60B-F626-4917-982B-DA5BB3EA63DD}" destId="{27FAF738-571A-4C3C-B81F-077152F33298}" srcOrd="1" destOrd="0" parTransId="{9B597FA5-6EFA-4CF0-8E88-84D8C6F40353}" sibTransId="{A821EC26-A7D4-4538-B6B4-C4525C3B966A}"/>
    <dgm:cxn modelId="{ABEDDE17-995C-4F2F-B04B-461204092125}" type="presOf" srcId="{506B82BF-1E2B-4EA6-8D4B-C15A05D818F5}" destId="{8B970548-6C7F-48C3-8846-BF8D2B50C83F}" srcOrd="0" destOrd="0" presId="urn:microsoft.com/office/officeart/2005/8/layout/arrow6"/>
    <dgm:cxn modelId="{92E4E124-B815-4269-8F8C-3170C60C00D8}" type="presOf" srcId="{84FE6AF2-86C1-4A0B-B847-7FB1A6D4CBB2}" destId="{6E591D14-AED4-43E4-8479-BD43ACCA650A}" srcOrd="0" destOrd="3" presId="urn:microsoft.com/office/officeart/2005/8/layout/arrow6"/>
    <dgm:cxn modelId="{32C92E2A-028C-447E-895E-F2FC7C0E5A20}" type="presOf" srcId="{27FAF738-571A-4C3C-B81F-077152F33298}" destId="{6E591D14-AED4-43E4-8479-BD43ACCA650A}" srcOrd="0" destOrd="2" presId="urn:microsoft.com/office/officeart/2005/8/layout/arrow6"/>
    <dgm:cxn modelId="{0E33B433-FD5F-4C8C-881E-ECE98DA1E33E}" type="presOf" srcId="{DDD2226A-989C-418A-8F76-1DF0CCA33181}" destId="{6E591D14-AED4-43E4-8479-BD43ACCA650A}" srcOrd="0" destOrd="1" presId="urn:microsoft.com/office/officeart/2005/8/layout/arrow6"/>
    <dgm:cxn modelId="{E239BF74-3758-4E2D-BD29-1780CCA01ACB}" type="presOf" srcId="{DC86D9F3-8FCE-4ECA-BF1B-689889C73899}" destId="{A0E94870-9ACC-4498-B98A-58AE66151D08}" srcOrd="0" destOrd="1" presId="urn:microsoft.com/office/officeart/2005/8/layout/arrow6"/>
    <dgm:cxn modelId="{0F803E7E-B96B-4902-9963-8549BB257FB3}" type="presOf" srcId="{8F269BBB-E55A-4280-8F12-AEB30AB92ECA}" destId="{A0E94870-9ACC-4498-B98A-58AE66151D08}" srcOrd="0" destOrd="0" presId="urn:microsoft.com/office/officeart/2005/8/layout/arrow6"/>
    <dgm:cxn modelId="{35C9E7BF-CC23-4914-95B0-EEDBE501E86C}" srcId="{8F269BBB-E55A-4280-8F12-AEB30AB92ECA}" destId="{DC86D9F3-8FCE-4ECA-BF1B-689889C73899}" srcOrd="0" destOrd="0" parTransId="{8A1A5EC3-9611-439B-A313-25CED821998F}" sibTransId="{098C408F-D885-44CE-8685-3EB359801E71}"/>
    <dgm:cxn modelId="{1BC16AC9-8E62-4DCA-AD16-DA7129462379}" srcId="{506B82BF-1E2B-4EA6-8D4B-C15A05D818F5}" destId="{63FCA60B-F626-4917-982B-DA5BB3EA63DD}" srcOrd="1" destOrd="0" parTransId="{B93F38A4-0366-4226-991B-5705525826A8}" sibTransId="{605CB072-7A63-44FE-AA6C-8DD1CFDA1F7F}"/>
    <dgm:cxn modelId="{D2FA0ED1-6759-4F33-8C69-CAFC454C1D41}" srcId="{63FCA60B-F626-4917-982B-DA5BB3EA63DD}" destId="{84FE6AF2-86C1-4A0B-B847-7FB1A6D4CBB2}" srcOrd="2" destOrd="0" parTransId="{E2500794-B272-47A7-8D27-D6F8FB33917B}" sibTransId="{52F71C9B-D16B-4985-9A0A-931167B2DE48}"/>
    <dgm:cxn modelId="{5448F4D9-568C-4CC1-A3C2-6E2975C03172}" srcId="{63FCA60B-F626-4917-982B-DA5BB3EA63DD}" destId="{DDD2226A-989C-418A-8F76-1DF0CCA33181}" srcOrd="0" destOrd="0" parTransId="{1482273F-F54C-467D-83F7-BD5AFFBBE8F7}" sibTransId="{AD781F93-BE28-4EDF-80C3-6190AE1FF507}"/>
    <dgm:cxn modelId="{19DFB3FA-D6CC-4280-9DC7-CEE1548B9626}" type="presOf" srcId="{63FCA60B-F626-4917-982B-DA5BB3EA63DD}" destId="{6E591D14-AED4-43E4-8479-BD43ACCA650A}" srcOrd="0" destOrd="0" presId="urn:microsoft.com/office/officeart/2005/8/layout/arrow6"/>
    <dgm:cxn modelId="{ABD4D322-D194-42C9-90CB-303F31F2BA9F}" type="presParOf" srcId="{8B970548-6C7F-48C3-8846-BF8D2B50C83F}" destId="{4B641D03-CD98-40B6-9C4D-7893D7EAF302}" srcOrd="0" destOrd="0" presId="urn:microsoft.com/office/officeart/2005/8/layout/arrow6"/>
    <dgm:cxn modelId="{9AAF8154-35BF-47B4-81E9-7A147239DCE4}" type="presParOf" srcId="{8B970548-6C7F-48C3-8846-BF8D2B50C83F}" destId="{A0E94870-9ACC-4498-B98A-58AE66151D08}" srcOrd="1" destOrd="0" presId="urn:microsoft.com/office/officeart/2005/8/layout/arrow6"/>
    <dgm:cxn modelId="{C2FD4438-F0F2-4330-B101-C9968D360701}" type="presParOf" srcId="{8B970548-6C7F-48C3-8846-BF8D2B50C83F}" destId="{6E591D14-AED4-43E4-8479-BD43ACCA650A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E5132-A01C-4E0C-8692-8CEA41000F12}">
      <dsp:nvSpPr>
        <dsp:cNvPr id="0" name=""/>
        <dsp:cNvSpPr/>
      </dsp:nvSpPr>
      <dsp:spPr>
        <a:xfrm>
          <a:off x="4968970" y="671636"/>
          <a:ext cx="136237" cy="1518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8072"/>
              </a:lnTo>
              <a:lnTo>
                <a:pt x="136237" y="151807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A06686-F908-46BA-B3C6-1F2EA0DE3025}">
      <dsp:nvSpPr>
        <dsp:cNvPr id="0" name=""/>
        <dsp:cNvSpPr/>
      </dsp:nvSpPr>
      <dsp:spPr>
        <a:xfrm>
          <a:off x="4832733" y="671636"/>
          <a:ext cx="136237" cy="1518072"/>
        </a:xfrm>
        <a:custGeom>
          <a:avLst/>
          <a:gdLst/>
          <a:ahLst/>
          <a:cxnLst/>
          <a:rect l="0" t="0" r="0" b="0"/>
          <a:pathLst>
            <a:path>
              <a:moveTo>
                <a:pt x="136237" y="0"/>
              </a:moveTo>
              <a:lnTo>
                <a:pt x="136237" y="1518072"/>
              </a:lnTo>
              <a:lnTo>
                <a:pt x="0" y="151807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A8DA49-E6A5-466D-8368-BBB650E89AD8}">
      <dsp:nvSpPr>
        <dsp:cNvPr id="0" name=""/>
        <dsp:cNvSpPr/>
      </dsp:nvSpPr>
      <dsp:spPr>
        <a:xfrm>
          <a:off x="4968970" y="671636"/>
          <a:ext cx="136237" cy="5968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849"/>
              </a:lnTo>
              <a:lnTo>
                <a:pt x="136237" y="5968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E9F899-72E5-4234-8C9B-A86DBBC20C9C}">
      <dsp:nvSpPr>
        <dsp:cNvPr id="0" name=""/>
        <dsp:cNvSpPr/>
      </dsp:nvSpPr>
      <dsp:spPr>
        <a:xfrm>
          <a:off x="4832733" y="671636"/>
          <a:ext cx="136237" cy="596849"/>
        </a:xfrm>
        <a:custGeom>
          <a:avLst/>
          <a:gdLst/>
          <a:ahLst/>
          <a:cxnLst/>
          <a:rect l="0" t="0" r="0" b="0"/>
          <a:pathLst>
            <a:path>
              <a:moveTo>
                <a:pt x="136237" y="0"/>
              </a:moveTo>
              <a:lnTo>
                <a:pt x="136237" y="596849"/>
              </a:lnTo>
              <a:lnTo>
                <a:pt x="0" y="59684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D9405-884A-4479-99DA-8F650DB28237}">
      <dsp:nvSpPr>
        <dsp:cNvPr id="0" name=""/>
        <dsp:cNvSpPr/>
      </dsp:nvSpPr>
      <dsp:spPr>
        <a:xfrm>
          <a:off x="8501408" y="3435306"/>
          <a:ext cx="1569972" cy="272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237"/>
              </a:lnTo>
              <a:lnTo>
                <a:pt x="1569972" y="136237"/>
              </a:lnTo>
              <a:lnTo>
                <a:pt x="1569972" y="27247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31ED05-0F4A-4579-9AB4-37E1609830AE}">
      <dsp:nvSpPr>
        <dsp:cNvPr id="0" name=""/>
        <dsp:cNvSpPr/>
      </dsp:nvSpPr>
      <dsp:spPr>
        <a:xfrm>
          <a:off x="8455688" y="3435306"/>
          <a:ext cx="91440" cy="2724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47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378F4-2A75-425C-8F90-94B437D35C68}">
      <dsp:nvSpPr>
        <dsp:cNvPr id="0" name=""/>
        <dsp:cNvSpPr/>
      </dsp:nvSpPr>
      <dsp:spPr>
        <a:xfrm>
          <a:off x="6931436" y="3435306"/>
          <a:ext cx="1569972" cy="272474"/>
        </a:xfrm>
        <a:custGeom>
          <a:avLst/>
          <a:gdLst/>
          <a:ahLst/>
          <a:cxnLst/>
          <a:rect l="0" t="0" r="0" b="0"/>
          <a:pathLst>
            <a:path>
              <a:moveTo>
                <a:pt x="1569972" y="0"/>
              </a:moveTo>
              <a:lnTo>
                <a:pt x="1569972" y="136237"/>
              </a:lnTo>
              <a:lnTo>
                <a:pt x="0" y="136237"/>
              </a:lnTo>
              <a:lnTo>
                <a:pt x="0" y="27247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F5EBD-9811-44E0-8D9A-AF801E4031D9}">
      <dsp:nvSpPr>
        <dsp:cNvPr id="0" name=""/>
        <dsp:cNvSpPr/>
      </dsp:nvSpPr>
      <dsp:spPr>
        <a:xfrm>
          <a:off x="4968970" y="671636"/>
          <a:ext cx="3532437" cy="21149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8684"/>
              </a:lnTo>
              <a:lnTo>
                <a:pt x="3532437" y="1978684"/>
              </a:lnTo>
              <a:lnTo>
                <a:pt x="3532437" y="211492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12DEE9-D268-4E40-9DAB-81EE9A6DB34C}">
      <dsp:nvSpPr>
        <dsp:cNvPr id="0" name=""/>
        <dsp:cNvSpPr/>
      </dsp:nvSpPr>
      <dsp:spPr>
        <a:xfrm>
          <a:off x="4576477" y="3435306"/>
          <a:ext cx="136237" cy="5968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849"/>
              </a:lnTo>
              <a:lnTo>
                <a:pt x="136237" y="5968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91852-44C3-4576-88C4-572681C5983B}">
      <dsp:nvSpPr>
        <dsp:cNvPr id="0" name=""/>
        <dsp:cNvSpPr/>
      </dsp:nvSpPr>
      <dsp:spPr>
        <a:xfrm>
          <a:off x="4440240" y="3435306"/>
          <a:ext cx="136237" cy="596849"/>
        </a:xfrm>
        <a:custGeom>
          <a:avLst/>
          <a:gdLst/>
          <a:ahLst/>
          <a:cxnLst/>
          <a:rect l="0" t="0" r="0" b="0"/>
          <a:pathLst>
            <a:path>
              <a:moveTo>
                <a:pt x="136237" y="0"/>
              </a:moveTo>
              <a:lnTo>
                <a:pt x="136237" y="596849"/>
              </a:lnTo>
              <a:lnTo>
                <a:pt x="0" y="596849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2475E-7810-4CBB-9647-C88A69D4C79B}">
      <dsp:nvSpPr>
        <dsp:cNvPr id="0" name=""/>
        <dsp:cNvSpPr/>
      </dsp:nvSpPr>
      <dsp:spPr>
        <a:xfrm>
          <a:off x="4576477" y="671636"/>
          <a:ext cx="392493" cy="2114921"/>
        </a:xfrm>
        <a:custGeom>
          <a:avLst/>
          <a:gdLst/>
          <a:ahLst/>
          <a:cxnLst/>
          <a:rect l="0" t="0" r="0" b="0"/>
          <a:pathLst>
            <a:path>
              <a:moveTo>
                <a:pt x="392493" y="0"/>
              </a:moveTo>
              <a:lnTo>
                <a:pt x="392493" y="1978684"/>
              </a:lnTo>
              <a:lnTo>
                <a:pt x="0" y="1978684"/>
              </a:lnTo>
              <a:lnTo>
                <a:pt x="0" y="211492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B84407-C3BA-49DF-A05A-5FBC8A8EFE9C}">
      <dsp:nvSpPr>
        <dsp:cNvPr id="0" name=""/>
        <dsp:cNvSpPr/>
      </dsp:nvSpPr>
      <dsp:spPr>
        <a:xfrm>
          <a:off x="2221519" y="4356530"/>
          <a:ext cx="1569972" cy="272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237"/>
              </a:lnTo>
              <a:lnTo>
                <a:pt x="1569972" y="136237"/>
              </a:lnTo>
              <a:lnTo>
                <a:pt x="1569972" y="27247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848005-1B0B-4175-93D1-C25851158903}">
      <dsp:nvSpPr>
        <dsp:cNvPr id="0" name=""/>
        <dsp:cNvSpPr/>
      </dsp:nvSpPr>
      <dsp:spPr>
        <a:xfrm>
          <a:off x="2175799" y="4356530"/>
          <a:ext cx="91440" cy="2724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47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AE36C-B245-4FE7-8716-E4773272FA0D}">
      <dsp:nvSpPr>
        <dsp:cNvPr id="0" name=""/>
        <dsp:cNvSpPr/>
      </dsp:nvSpPr>
      <dsp:spPr>
        <a:xfrm>
          <a:off x="651546" y="4356530"/>
          <a:ext cx="1569972" cy="272474"/>
        </a:xfrm>
        <a:custGeom>
          <a:avLst/>
          <a:gdLst/>
          <a:ahLst/>
          <a:cxnLst/>
          <a:rect l="0" t="0" r="0" b="0"/>
          <a:pathLst>
            <a:path>
              <a:moveTo>
                <a:pt x="1569972" y="0"/>
              </a:moveTo>
              <a:lnTo>
                <a:pt x="1569972" y="136237"/>
              </a:lnTo>
              <a:lnTo>
                <a:pt x="0" y="136237"/>
              </a:lnTo>
              <a:lnTo>
                <a:pt x="0" y="27247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8314F9-F180-4BB5-A8CC-A3FAF9390C30}">
      <dsp:nvSpPr>
        <dsp:cNvPr id="0" name=""/>
        <dsp:cNvSpPr/>
      </dsp:nvSpPr>
      <dsp:spPr>
        <a:xfrm>
          <a:off x="1436533" y="3435306"/>
          <a:ext cx="784986" cy="272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237"/>
              </a:lnTo>
              <a:lnTo>
                <a:pt x="784986" y="136237"/>
              </a:lnTo>
              <a:lnTo>
                <a:pt x="784986" y="27247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4478C9-C1F7-42CA-BE7E-CEBC68298828}">
      <dsp:nvSpPr>
        <dsp:cNvPr id="0" name=""/>
        <dsp:cNvSpPr/>
      </dsp:nvSpPr>
      <dsp:spPr>
        <a:xfrm>
          <a:off x="651546" y="3435306"/>
          <a:ext cx="784986" cy="272474"/>
        </a:xfrm>
        <a:custGeom>
          <a:avLst/>
          <a:gdLst/>
          <a:ahLst/>
          <a:cxnLst/>
          <a:rect l="0" t="0" r="0" b="0"/>
          <a:pathLst>
            <a:path>
              <a:moveTo>
                <a:pt x="784986" y="0"/>
              </a:moveTo>
              <a:lnTo>
                <a:pt x="784986" y="136237"/>
              </a:lnTo>
              <a:lnTo>
                <a:pt x="0" y="136237"/>
              </a:lnTo>
              <a:lnTo>
                <a:pt x="0" y="272474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6F7CCE-0558-4ED0-B07D-1053DC353E3B}">
      <dsp:nvSpPr>
        <dsp:cNvPr id="0" name=""/>
        <dsp:cNvSpPr/>
      </dsp:nvSpPr>
      <dsp:spPr>
        <a:xfrm>
          <a:off x="1436533" y="671636"/>
          <a:ext cx="3532437" cy="2114921"/>
        </a:xfrm>
        <a:custGeom>
          <a:avLst/>
          <a:gdLst/>
          <a:ahLst/>
          <a:cxnLst/>
          <a:rect l="0" t="0" r="0" b="0"/>
          <a:pathLst>
            <a:path>
              <a:moveTo>
                <a:pt x="3532437" y="0"/>
              </a:moveTo>
              <a:lnTo>
                <a:pt x="3532437" y="1978684"/>
              </a:lnTo>
              <a:lnTo>
                <a:pt x="0" y="1978684"/>
              </a:lnTo>
              <a:lnTo>
                <a:pt x="0" y="2114921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56060D-BF10-4A33-B155-5705ACEDFC96}">
      <dsp:nvSpPr>
        <dsp:cNvPr id="0" name=""/>
        <dsp:cNvSpPr/>
      </dsp:nvSpPr>
      <dsp:spPr>
        <a:xfrm>
          <a:off x="2761408" y="22887"/>
          <a:ext cx="1297497" cy="64874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CABINET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ADMINISTRATEUR GENERAL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61408" y="22887"/>
        <a:ext cx="1297497" cy="648748"/>
      </dsp:txXfrm>
    </dsp:sp>
    <dsp:sp modelId="{6E214D47-B6D4-4FE2-83DB-1ADC047FF9DE}">
      <dsp:nvSpPr>
        <dsp:cNvPr id="0" name=""/>
        <dsp:cNvSpPr/>
      </dsp:nvSpPr>
      <dsp:spPr>
        <a:xfrm>
          <a:off x="4320221" y="22887"/>
          <a:ext cx="1297497" cy="64874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ADMINISTRATEUR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DIRECTEUR GENERAL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20221" y="22887"/>
        <a:ext cx="1297497" cy="648748"/>
      </dsp:txXfrm>
    </dsp:sp>
    <dsp:sp modelId="{3CD0CC05-6949-4D32-93A4-9314D5D89E93}">
      <dsp:nvSpPr>
        <dsp:cNvPr id="0" name=""/>
        <dsp:cNvSpPr/>
      </dsp:nvSpPr>
      <dsp:spPr>
        <a:xfrm>
          <a:off x="787784" y="2786557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ELECTRICITE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7784" y="2786557"/>
        <a:ext cx="1297497" cy="648748"/>
      </dsp:txXfrm>
    </dsp:sp>
    <dsp:sp modelId="{AB184423-C41F-425D-B3E2-6455D293FFC5}">
      <dsp:nvSpPr>
        <dsp:cNvPr id="0" name=""/>
        <dsp:cNvSpPr/>
      </dsp:nvSpPr>
      <dsp:spPr>
        <a:xfrm>
          <a:off x="2797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EXPLOITATION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97" y="3707781"/>
        <a:ext cx="1297497" cy="648748"/>
      </dsp:txXfrm>
    </dsp:sp>
    <dsp:sp modelId="{A0A7C005-0ED9-4EA4-AE36-56673D423B28}">
      <dsp:nvSpPr>
        <dsp:cNvPr id="0" name=""/>
        <dsp:cNvSpPr/>
      </dsp:nvSpPr>
      <dsp:spPr>
        <a:xfrm>
          <a:off x="1572770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TECHNIQUE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72770" y="3707781"/>
        <a:ext cx="1297497" cy="648748"/>
      </dsp:txXfrm>
    </dsp:sp>
    <dsp:sp modelId="{55ACD317-6F0E-4970-B1C7-DF3A0B7E19CA}">
      <dsp:nvSpPr>
        <dsp:cNvPr id="0" name=""/>
        <dsp:cNvSpPr/>
      </dsp:nvSpPr>
      <dsp:spPr>
        <a:xfrm>
          <a:off x="2797" y="4629004"/>
          <a:ext cx="1297497" cy="64874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PRODUCTION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97" y="4629004"/>
        <a:ext cx="1297497" cy="648748"/>
      </dsp:txXfrm>
    </dsp:sp>
    <dsp:sp modelId="{657AEA23-EF48-47C4-9367-C65EB48DC116}">
      <dsp:nvSpPr>
        <dsp:cNvPr id="0" name=""/>
        <dsp:cNvSpPr/>
      </dsp:nvSpPr>
      <dsp:spPr>
        <a:xfrm>
          <a:off x="1572770" y="4629004"/>
          <a:ext cx="1297497" cy="64874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TRANSPORT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72770" y="4629004"/>
        <a:ext cx="1297497" cy="648748"/>
      </dsp:txXfrm>
    </dsp:sp>
    <dsp:sp modelId="{C1BBB793-CED2-4686-9467-471A9F6F8836}">
      <dsp:nvSpPr>
        <dsp:cNvPr id="0" name=""/>
        <dsp:cNvSpPr/>
      </dsp:nvSpPr>
      <dsp:spPr>
        <a:xfrm>
          <a:off x="3142742" y="4629004"/>
          <a:ext cx="1297497" cy="64874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DIVISION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DISTRIBUTION</a:t>
          </a:r>
        </a:p>
      </dsp:txBody>
      <dsp:txXfrm>
        <a:off x="3142742" y="4629004"/>
        <a:ext cx="1297497" cy="648748"/>
      </dsp:txXfrm>
    </dsp:sp>
    <dsp:sp modelId="{B9775425-2F05-4B66-8214-C2D0C93114CD}">
      <dsp:nvSpPr>
        <dsp:cNvPr id="0" name=""/>
        <dsp:cNvSpPr/>
      </dsp:nvSpPr>
      <dsp:spPr>
        <a:xfrm>
          <a:off x="3927728" y="2786557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EAU 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7728" y="2786557"/>
        <a:ext cx="1297497" cy="648748"/>
      </dsp:txXfrm>
    </dsp:sp>
    <dsp:sp modelId="{868F52FF-F3C7-42CC-918D-2CD8F97C8D34}">
      <dsp:nvSpPr>
        <dsp:cNvPr id="0" name=""/>
        <dsp:cNvSpPr/>
      </dsp:nvSpPr>
      <dsp:spPr>
        <a:xfrm>
          <a:off x="3142742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EXPLOITATION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42742" y="3707781"/>
        <a:ext cx="1297497" cy="648748"/>
      </dsp:txXfrm>
    </dsp:sp>
    <dsp:sp modelId="{0E84CE63-68E4-43F3-8456-F00C3983708B}">
      <dsp:nvSpPr>
        <dsp:cNvPr id="0" name=""/>
        <dsp:cNvSpPr/>
      </dsp:nvSpPr>
      <dsp:spPr>
        <a:xfrm>
          <a:off x="4712715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TECHNIQUE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12715" y="3707781"/>
        <a:ext cx="1297497" cy="648748"/>
      </dsp:txXfrm>
    </dsp:sp>
    <dsp:sp modelId="{394510A9-38A4-444D-9155-D93297A2ACE4}">
      <dsp:nvSpPr>
        <dsp:cNvPr id="0" name=""/>
        <dsp:cNvSpPr/>
      </dsp:nvSpPr>
      <dsp:spPr>
        <a:xfrm>
          <a:off x="7852659" y="2786557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CHEF DE DEPARTEMENT SUPPORT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52659" y="2786557"/>
        <a:ext cx="1297497" cy="648748"/>
      </dsp:txXfrm>
    </dsp:sp>
    <dsp:sp modelId="{C87B1D16-3ABE-494C-B835-C0E4A910CB24}">
      <dsp:nvSpPr>
        <dsp:cNvPr id="0" name=""/>
        <dsp:cNvSpPr/>
      </dsp:nvSpPr>
      <dsp:spPr>
        <a:xfrm>
          <a:off x="6282687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DU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CAPITAL HUMAIN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82687" y="3707781"/>
        <a:ext cx="1297497" cy="648748"/>
      </dsp:txXfrm>
    </dsp:sp>
    <dsp:sp modelId="{6DCD795A-FBA7-48B0-983E-5137A559A4AD}">
      <dsp:nvSpPr>
        <dsp:cNvPr id="0" name=""/>
        <dsp:cNvSpPr/>
      </dsp:nvSpPr>
      <dsp:spPr>
        <a:xfrm>
          <a:off x="7852659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DIRECTION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COMMERCIAL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&amp;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RECOUVREMENT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52659" y="3707781"/>
        <a:ext cx="1297497" cy="648748"/>
      </dsp:txXfrm>
    </dsp:sp>
    <dsp:sp modelId="{B7B7D2F3-BB31-4E0F-88BA-3B383FBDB502}">
      <dsp:nvSpPr>
        <dsp:cNvPr id="0" name=""/>
        <dsp:cNvSpPr/>
      </dsp:nvSpPr>
      <dsp:spPr>
        <a:xfrm>
          <a:off x="9422632" y="3707781"/>
          <a:ext cx="1297497" cy="64874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FINANCE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>
              <a:latin typeface="Times New Roman" panose="02020603050405020304" pitchFamily="18" charset="0"/>
              <a:cs typeface="Times New Roman" panose="02020603050405020304" pitchFamily="18" charset="0"/>
            </a:rPr>
            <a:t>&amp;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COMPTABILITE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422632" y="3707781"/>
        <a:ext cx="1297497" cy="648748"/>
      </dsp:txXfrm>
    </dsp:sp>
    <dsp:sp modelId="{E996E707-B56E-480B-B3EA-F8A010E6B777}">
      <dsp:nvSpPr>
        <dsp:cNvPr id="0" name=""/>
        <dsp:cNvSpPr/>
      </dsp:nvSpPr>
      <dsp:spPr>
        <a:xfrm>
          <a:off x="3535235" y="944110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DE L’AUDIT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ET DU CONTROL INTERNE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5235" y="944110"/>
        <a:ext cx="1297497" cy="648748"/>
      </dsp:txXfrm>
    </dsp:sp>
    <dsp:sp modelId="{18BC5D6A-2578-4CFC-8C42-56C8BED1E9F1}">
      <dsp:nvSpPr>
        <dsp:cNvPr id="0" name=""/>
        <dsp:cNvSpPr/>
      </dsp:nvSpPr>
      <dsp:spPr>
        <a:xfrm>
          <a:off x="5105208" y="944110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JURIDIQUE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COMMUNICATION &amp; RSE 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05208" y="944110"/>
        <a:ext cx="1297497" cy="648748"/>
      </dsp:txXfrm>
    </dsp:sp>
    <dsp:sp modelId="{8BD2D5D6-C495-4376-B8DC-8B43B459FF68}">
      <dsp:nvSpPr>
        <dsp:cNvPr id="0" name=""/>
        <dsp:cNvSpPr/>
      </dsp:nvSpPr>
      <dsp:spPr>
        <a:xfrm>
          <a:off x="3535235" y="1865334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DIRECTION QUALITE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HYGIENE, SECURITE  &amp;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ENVIRONEMENT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35235" y="1865334"/>
        <a:ext cx="1297497" cy="648748"/>
      </dsp:txXfrm>
    </dsp:sp>
    <dsp:sp modelId="{1F4A0D02-A362-4BD7-80C8-1DB3E6AAADCA}">
      <dsp:nvSpPr>
        <dsp:cNvPr id="0" name=""/>
        <dsp:cNvSpPr/>
      </dsp:nvSpPr>
      <dsp:spPr>
        <a:xfrm>
          <a:off x="5105208" y="1865334"/>
          <a:ext cx="1297497" cy="648748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DIRECTION DU SYSTÈME D'INFORMATION</a:t>
          </a:r>
          <a:endParaRPr lang="fr-FR" sz="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05208" y="1865334"/>
        <a:ext cx="1297497" cy="648748"/>
      </dsp:txXfrm>
    </dsp:sp>
    <dsp:sp modelId="{D034A402-F244-4508-93F1-04CFFB6FAADF}">
      <dsp:nvSpPr>
        <dsp:cNvPr id="0" name=""/>
        <dsp:cNvSpPr/>
      </dsp:nvSpPr>
      <dsp:spPr>
        <a:xfrm>
          <a:off x="5890194" y="22887"/>
          <a:ext cx="1297497" cy="64874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POOL STRATEGIE, PLANIFICATION ET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PROSPECTIVES </a:t>
          </a:r>
          <a:endParaRPr lang="fr-FR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0194" y="22887"/>
        <a:ext cx="1297497" cy="6487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4D57B-2A41-40F0-80C9-D686D3BFF6CF}">
      <dsp:nvSpPr>
        <dsp:cNvPr id="0" name=""/>
        <dsp:cNvSpPr/>
      </dsp:nvSpPr>
      <dsp:spPr>
        <a:xfrm>
          <a:off x="2695027" y="1065387"/>
          <a:ext cx="1427304" cy="1427304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6297D74-FFF8-4B99-8A99-A0C0DBEAAD73}">
      <dsp:nvSpPr>
        <dsp:cNvPr id="0" name=""/>
        <dsp:cNvSpPr/>
      </dsp:nvSpPr>
      <dsp:spPr>
        <a:xfrm>
          <a:off x="2516614" y="0"/>
          <a:ext cx="1784131" cy="9719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DMAIC</a:t>
          </a: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 cadre d'amélioration continue retenu pour l'optimisation</a:t>
          </a:r>
        </a:p>
      </dsp:txBody>
      <dsp:txXfrm>
        <a:off x="2516614" y="0"/>
        <a:ext cx="1784131" cy="971900"/>
      </dsp:txXfrm>
    </dsp:sp>
    <dsp:sp modelId="{AD3544E1-1D4E-47CC-A741-6A1FF43D882D}">
      <dsp:nvSpPr>
        <dsp:cNvPr id="0" name=""/>
        <dsp:cNvSpPr/>
      </dsp:nvSpPr>
      <dsp:spPr>
        <a:xfrm>
          <a:off x="3158306" y="1332891"/>
          <a:ext cx="1427304" cy="1427304"/>
        </a:xfrm>
        <a:prstGeom prst="ellipse">
          <a:avLst/>
        </a:prstGeom>
        <a:solidFill>
          <a:schemeClr val="accent3">
            <a:alpha val="50000"/>
            <a:hueOff val="823433"/>
            <a:satOff val="4942"/>
            <a:lumOff val="3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AB5F5D6-A685-4A08-A431-7894023202AB}">
      <dsp:nvSpPr>
        <dsp:cNvPr id="0" name=""/>
        <dsp:cNvSpPr/>
      </dsp:nvSpPr>
      <dsp:spPr>
        <a:xfrm>
          <a:off x="4691470" y="925619"/>
          <a:ext cx="1690761" cy="106446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DEFINE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Cadrer le problème 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Périmètre RIC, QQOQCCP, contexte SEEG/DTE/DETTE</a:t>
          </a:r>
        </a:p>
      </dsp:txBody>
      <dsp:txXfrm>
        <a:off x="4691470" y="925619"/>
        <a:ext cx="1690761" cy="1064462"/>
      </dsp:txXfrm>
    </dsp:sp>
    <dsp:sp modelId="{E5FA96A0-F9C9-4C2E-AD41-698E832E5950}">
      <dsp:nvSpPr>
        <dsp:cNvPr id="0" name=""/>
        <dsp:cNvSpPr/>
      </dsp:nvSpPr>
      <dsp:spPr>
        <a:xfrm>
          <a:off x="3158306" y="1867899"/>
          <a:ext cx="1427304" cy="1427304"/>
        </a:xfrm>
        <a:prstGeom prst="ellipse">
          <a:avLst/>
        </a:prstGeom>
        <a:solidFill>
          <a:schemeClr val="accent3">
            <a:alpha val="50000"/>
            <a:hueOff val="1646865"/>
            <a:satOff val="9885"/>
            <a:lumOff val="753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8574F05-DCA9-4574-9EF9-839C23A9EC7E}">
      <dsp:nvSpPr>
        <dsp:cNvPr id="0" name=""/>
        <dsp:cNvSpPr/>
      </dsp:nvSpPr>
      <dsp:spPr>
        <a:xfrm>
          <a:off x="4691470" y="2513056"/>
          <a:ext cx="1690761" cy="118942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Mesurer la situation réelle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MTBF, MTTR, Disponibilité, ENS, Pareto poste/équipement</a:t>
          </a:r>
        </a:p>
      </dsp:txBody>
      <dsp:txXfrm>
        <a:off x="4691470" y="2513056"/>
        <a:ext cx="1690761" cy="1189420"/>
      </dsp:txXfrm>
    </dsp:sp>
    <dsp:sp modelId="{D9D8E61F-9005-4299-9567-AA0C7E286876}">
      <dsp:nvSpPr>
        <dsp:cNvPr id="0" name=""/>
        <dsp:cNvSpPr/>
      </dsp:nvSpPr>
      <dsp:spPr>
        <a:xfrm>
          <a:off x="2695027" y="2135866"/>
          <a:ext cx="1427304" cy="1427304"/>
        </a:xfrm>
        <a:prstGeom prst="ellipse">
          <a:avLst/>
        </a:prstGeom>
        <a:solidFill>
          <a:schemeClr val="accent3">
            <a:alpha val="50000"/>
            <a:hueOff val="2470298"/>
            <a:satOff val="14827"/>
            <a:lumOff val="1129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91D140-1B58-4D65-9F0E-3F1ABE89E8D3}">
      <dsp:nvSpPr>
        <dsp:cNvPr id="0" name=""/>
        <dsp:cNvSpPr/>
      </dsp:nvSpPr>
      <dsp:spPr>
        <a:xfrm>
          <a:off x="2516614" y="3656195"/>
          <a:ext cx="1784131" cy="9719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Rechercher les causes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 Pourquoi, Ishikawa 6M, AMDEC, arbres de défaillance</a:t>
          </a:r>
        </a:p>
      </dsp:txBody>
      <dsp:txXfrm>
        <a:off x="2516614" y="3656195"/>
        <a:ext cx="1784131" cy="971900"/>
      </dsp:txXfrm>
    </dsp:sp>
    <dsp:sp modelId="{855278C1-4A71-4D28-A73B-0D83431893AB}">
      <dsp:nvSpPr>
        <dsp:cNvPr id="0" name=""/>
        <dsp:cNvSpPr/>
      </dsp:nvSpPr>
      <dsp:spPr>
        <a:xfrm>
          <a:off x="2231748" y="1867899"/>
          <a:ext cx="1427304" cy="1427304"/>
        </a:xfrm>
        <a:prstGeom prst="ellipse">
          <a:avLst/>
        </a:prstGeom>
        <a:solidFill>
          <a:schemeClr val="accent3">
            <a:alpha val="50000"/>
            <a:hueOff val="3293730"/>
            <a:satOff val="19770"/>
            <a:lumOff val="1506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F411A1F-D985-4CDA-B507-9B34DCA31E9D}">
      <dsp:nvSpPr>
        <dsp:cNvPr id="0" name=""/>
        <dsp:cNvSpPr/>
      </dsp:nvSpPr>
      <dsp:spPr>
        <a:xfrm>
          <a:off x="435128" y="2513056"/>
          <a:ext cx="1690761" cy="118942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IMPROVE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Définir et prioriser les actions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RCM, TPM, priorisation des investissements</a:t>
          </a:r>
        </a:p>
      </dsp:txBody>
      <dsp:txXfrm>
        <a:off x="435128" y="2513056"/>
        <a:ext cx="1690761" cy="1189420"/>
      </dsp:txXfrm>
    </dsp:sp>
    <dsp:sp modelId="{CDAAE5A9-89D2-43C0-8620-A233B46D3D8A}">
      <dsp:nvSpPr>
        <dsp:cNvPr id="0" name=""/>
        <dsp:cNvSpPr/>
      </dsp:nvSpPr>
      <dsp:spPr>
        <a:xfrm>
          <a:off x="2231748" y="1332891"/>
          <a:ext cx="1427304" cy="1427304"/>
        </a:xfrm>
        <a:prstGeom prst="ellipse">
          <a:avLst/>
        </a:prstGeom>
        <a:solidFill>
          <a:schemeClr val="accent3">
            <a:alpha val="50000"/>
            <a:hueOff val="4117163"/>
            <a:satOff val="24712"/>
            <a:lumOff val="1882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7D80F46-9C0E-43C0-A759-1A64AC5E4DBA}">
      <dsp:nvSpPr>
        <dsp:cNvPr id="0" name=""/>
        <dsp:cNvSpPr/>
      </dsp:nvSpPr>
      <dsp:spPr>
        <a:xfrm>
          <a:off x="435128" y="925619"/>
          <a:ext cx="1690761" cy="118942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fr-FR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Suivre la performance dans la durée 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Tableau de bord MTBF/MTTR/disponibilité</a:t>
          </a:r>
        </a:p>
      </dsp:txBody>
      <dsp:txXfrm>
        <a:off x="435128" y="925619"/>
        <a:ext cx="1690761" cy="11894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07F61-3D8C-4C6B-85F8-CB759984FDA6}">
      <dsp:nvSpPr>
        <dsp:cNvPr id="0" name=""/>
        <dsp:cNvSpPr/>
      </dsp:nvSpPr>
      <dsp:spPr>
        <a:xfrm rot="4396374">
          <a:off x="2253555" y="1046327"/>
          <a:ext cx="4539134" cy="3165480"/>
        </a:xfrm>
        <a:prstGeom prst="swooshArrow">
          <a:avLst>
            <a:gd name="adj1" fmla="val 16310"/>
            <a:gd name="adj2" fmla="val 313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A4A2C86-63D7-4304-9247-506F8B6B0BD5}">
      <dsp:nvSpPr>
        <dsp:cNvPr id="0" name=""/>
        <dsp:cNvSpPr/>
      </dsp:nvSpPr>
      <dsp:spPr>
        <a:xfrm>
          <a:off x="3800654" y="1358702"/>
          <a:ext cx="114627" cy="114627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50BAFC1D-3EB4-4079-931A-5D7B23A8A3E6}">
      <dsp:nvSpPr>
        <dsp:cNvPr id="0" name=""/>
        <dsp:cNvSpPr/>
      </dsp:nvSpPr>
      <dsp:spPr>
        <a:xfrm>
          <a:off x="4350130" y="1743072"/>
          <a:ext cx="114627" cy="114627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D493A1F4-C200-4E98-B617-E019F9CF7E28}">
      <dsp:nvSpPr>
        <dsp:cNvPr id="0" name=""/>
        <dsp:cNvSpPr/>
      </dsp:nvSpPr>
      <dsp:spPr>
        <a:xfrm>
          <a:off x="4812846" y="2191065"/>
          <a:ext cx="114627" cy="114627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419D3F38-D2B7-44F9-A139-ACE83FEF8CE6}">
      <dsp:nvSpPr>
        <dsp:cNvPr id="0" name=""/>
        <dsp:cNvSpPr/>
      </dsp:nvSpPr>
      <dsp:spPr>
        <a:xfrm>
          <a:off x="1949265" y="0"/>
          <a:ext cx="2140061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Problème</a:t>
          </a:r>
          <a:r>
            <a:rPr lang="fr-FR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 : Abandon des fiches de constatation à Bissegué</a:t>
          </a:r>
        </a:p>
      </dsp:txBody>
      <dsp:txXfrm>
        <a:off x="1949265" y="0"/>
        <a:ext cx="2140061" cy="841301"/>
      </dsp:txXfrm>
    </dsp:sp>
    <dsp:sp modelId="{0E2C278B-1D41-47A8-A2FB-0CB43D9BA4AC}">
      <dsp:nvSpPr>
        <dsp:cNvPr id="0" name=""/>
        <dsp:cNvSpPr/>
      </dsp:nvSpPr>
      <dsp:spPr>
        <a:xfrm>
          <a:off x="4494203" y="995365"/>
          <a:ext cx="3239011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P1</a:t>
          </a:r>
          <a:r>
            <a:rPr lang="fr-FR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 — Parce que : changement de divisionnaire</a:t>
          </a:r>
        </a:p>
      </dsp:txBody>
      <dsp:txXfrm>
        <a:off x="4494203" y="995365"/>
        <a:ext cx="3239011" cy="841301"/>
      </dsp:txXfrm>
    </dsp:sp>
    <dsp:sp modelId="{8543B1F2-FC02-42A1-A57A-E3846AD33007}">
      <dsp:nvSpPr>
        <dsp:cNvPr id="0" name=""/>
        <dsp:cNvSpPr/>
      </dsp:nvSpPr>
      <dsp:spPr>
        <a:xfrm>
          <a:off x="1949265" y="1379734"/>
          <a:ext cx="1908703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P2</a:t>
          </a:r>
          <a:r>
            <a:rPr lang="fr-FR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nouvelle méthodologie de travail introduite</a:t>
          </a:r>
        </a:p>
      </dsp:txBody>
      <dsp:txXfrm>
        <a:off x="1949265" y="1379734"/>
        <a:ext cx="1908703" cy="841301"/>
      </dsp:txXfrm>
    </dsp:sp>
    <dsp:sp modelId="{63961C74-689E-46AD-9F15-A02E618AFA73}">
      <dsp:nvSpPr>
        <dsp:cNvPr id="0" name=""/>
        <dsp:cNvSpPr/>
      </dsp:nvSpPr>
      <dsp:spPr>
        <a:xfrm>
          <a:off x="5213095" y="2686381"/>
          <a:ext cx="114627" cy="114627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F6822F74-C99B-41F4-87AF-5C0FB06D00FE}">
      <dsp:nvSpPr>
        <dsp:cNvPr id="0" name=""/>
        <dsp:cNvSpPr/>
      </dsp:nvSpPr>
      <dsp:spPr>
        <a:xfrm>
          <a:off x="5477474" y="1827728"/>
          <a:ext cx="2255740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P3</a:t>
          </a:r>
          <a:r>
            <a:rPr lang="fr-FR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volonté de simplifier les échanges terrain/hiérarchie</a:t>
          </a:r>
        </a:p>
      </dsp:txBody>
      <dsp:txXfrm>
        <a:off x="5477474" y="1827728"/>
        <a:ext cx="2255740" cy="841301"/>
      </dsp:txXfrm>
    </dsp:sp>
    <dsp:sp modelId="{389288CF-8843-40D0-8411-6557117CFDEA}">
      <dsp:nvSpPr>
        <dsp:cNvPr id="0" name=""/>
        <dsp:cNvSpPr/>
      </dsp:nvSpPr>
      <dsp:spPr>
        <a:xfrm>
          <a:off x="1949265" y="2323044"/>
          <a:ext cx="2891974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P4</a:t>
          </a:r>
          <a:r>
            <a:rPr lang="fr-FR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 — Parce que : réduction de la charge documentaire</a:t>
          </a:r>
        </a:p>
      </dsp:txBody>
      <dsp:txXfrm>
        <a:off x="1949265" y="2323044"/>
        <a:ext cx="2891974" cy="841301"/>
      </dsp:txXfrm>
    </dsp:sp>
    <dsp:sp modelId="{15301E07-B75F-4A40-A26D-59F07C13DDD4}">
      <dsp:nvSpPr>
        <dsp:cNvPr id="0" name=""/>
        <dsp:cNvSpPr/>
      </dsp:nvSpPr>
      <dsp:spPr>
        <a:xfrm>
          <a:off x="5535839" y="3191688"/>
          <a:ext cx="114627" cy="114627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09170B78-3007-46A5-9F66-23C6483515EC}">
      <dsp:nvSpPr>
        <dsp:cNvPr id="0" name=""/>
        <dsp:cNvSpPr/>
      </dsp:nvSpPr>
      <dsp:spPr>
        <a:xfrm>
          <a:off x="6289557" y="2645477"/>
          <a:ext cx="1677345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P5</a:t>
          </a:r>
          <a:r>
            <a:rPr lang="fr-FR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— Parce que : recherche de rapidité d'intervention</a:t>
          </a:r>
        </a:p>
      </dsp:txBody>
      <dsp:txXfrm>
        <a:off x="6289557" y="2645477"/>
        <a:ext cx="1677345" cy="841301"/>
      </dsp:txXfrm>
    </dsp:sp>
    <dsp:sp modelId="{DC5B33AB-BBA1-4D7D-A1A0-8979827595D1}">
      <dsp:nvSpPr>
        <dsp:cNvPr id="0" name=""/>
        <dsp:cNvSpPr/>
      </dsp:nvSpPr>
      <dsp:spPr>
        <a:xfrm>
          <a:off x="4820909" y="4416834"/>
          <a:ext cx="2891974" cy="841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Cause racine</a:t>
          </a:r>
          <a:r>
            <a:rPr lang="fr-FR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: Arbitrage organisationnel entre rapidité d'intervention et rigueur de traçabilité</a:t>
          </a:r>
        </a:p>
      </dsp:txBody>
      <dsp:txXfrm>
        <a:off x="4820909" y="4416834"/>
        <a:ext cx="2891974" cy="8413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1721B-CBB1-44FE-BDE4-58E7F975721C}">
      <dsp:nvSpPr>
        <dsp:cNvPr id="0" name=""/>
        <dsp:cNvSpPr/>
      </dsp:nvSpPr>
      <dsp:spPr>
        <a:xfrm>
          <a:off x="1051345" y="0"/>
          <a:ext cx="2749204" cy="274928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0B150-AE5F-4D2A-9745-18BDDFF78930}">
      <dsp:nvSpPr>
        <dsp:cNvPr id="0" name=""/>
        <dsp:cNvSpPr/>
      </dsp:nvSpPr>
      <dsp:spPr>
        <a:xfrm>
          <a:off x="3796581" y="815916"/>
          <a:ext cx="1647935" cy="109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Définit la stratégie de maintenance adaptée à chaque mode de défaillance critique identifié par l'AMDEC.</a:t>
          </a:r>
        </a:p>
      </dsp:txBody>
      <dsp:txXfrm>
        <a:off x="3796581" y="815916"/>
        <a:ext cx="1647935" cy="1093113"/>
      </dsp:txXfrm>
    </dsp:sp>
    <dsp:sp modelId="{EE83858F-E867-4186-8CE2-22D11CDBC7E8}">
      <dsp:nvSpPr>
        <dsp:cNvPr id="0" name=""/>
        <dsp:cNvSpPr/>
      </dsp:nvSpPr>
      <dsp:spPr>
        <a:xfrm>
          <a:off x="1658531" y="995351"/>
          <a:ext cx="1533839" cy="766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RCM — Reliability Centered Maintenance</a:t>
          </a:r>
          <a:endParaRPr lang="fr-FR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58531" y="995351"/>
        <a:ext cx="1533839" cy="766829"/>
      </dsp:txXfrm>
    </dsp:sp>
    <dsp:sp modelId="{1FEEE0DB-5FA0-42F1-AB2E-B8E70EDCD2EE}">
      <dsp:nvSpPr>
        <dsp:cNvPr id="0" name=""/>
        <dsp:cNvSpPr/>
      </dsp:nvSpPr>
      <dsp:spPr>
        <a:xfrm>
          <a:off x="483844" y="1762181"/>
          <a:ext cx="2361775" cy="2362774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561E8-FF9E-4F99-B006-896BA8CD9D85}">
      <dsp:nvSpPr>
        <dsp:cNvPr id="0" name=""/>
        <dsp:cNvSpPr/>
      </dsp:nvSpPr>
      <dsp:spPr>
        <a:xfrm>
          <a:off x="3045535" y="2415161"/>
          <a:ext cx="1647935" cy="109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Levier complémentaire orienté terrain : maintenance autonome, routines d'inspection de premier niveau.</a:t>
          </a:r>
        </a:p>
      </dsp:txBody>
      <dsp:txXfrm>
        <a:off x="3045535" y="2415161"/>
        <a:ext cx="1647935" cy="1093113"/>
      </dsp:txXfrm>
    </dsp:sp>
    <dsp:sp modelId="{61834DB1-05CF-4A4D-A976-9C98583AF303}">
      <dsp:nvSpPr>
        <dsp:cNvPr id="0" name=""/>
        <dsp:cNvSpPr/>
      </dsp:nvSpPr>
      <dsp:spPr>
        <a:xfrm>
          <a:off x="891611" y="2578097"/>
          <a:ext cx="1533839" cy="766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TPM — Total Productive Maintenance</a:t>
          </a:r>
          <a:endParaRPr lang="fr-FR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1611" y="2578097"/>
        <a:ext cx="1533839" cy="7668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41D03-CD98-40B6-9C4D-7893D7EAF302}">
      <dsp:nvSpPr>
        <dsp:cNvPr id="0" name=""/>
        <dsp:cNvSpPr/>
      </dsp:nvSpPr>
      <dsp:spPr>
        <a:xfrm>
          <a:off x="0" y="346000"/>
          <a:ext cx="6161365" cy="3667195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E94870-9ACC-4498-B98A-58AE66151D08}">
      <dsp:nvSpPr>
        <dsp:cNvPr id="0" name=""/>
        <dsp:cNvSpPr/>
      </dsp:nvSpPr>
      <dsp:spPr>
        <a:xfrm>
          <a:off x="739363" y="1378620"/>
          <a:ext cx="2033250" cy="1207627"/>
        </a:xfrm>
        <a:prstGeom prst="rect">
          <a:avLst/>
        </a:prstGeom>
        <a:noFill/>
        <a:ln w="25400" cap="flat" cmpd="sng" algn="ctr">
          <a:noFill/>
          <a:prstDash val="solid"/>
          <a:miter lim="800000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49784" rIns="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Limites</a:t>
          </a:r>
          <a:endParaRPr lang="fr-FR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Étude quantitative concentrée sur un seul poste (Bissegué) ; période d'observation limitée pour certains indicateurs.</a:t>
          </a:r>
        </a:p>
      </dsp:txBody>
      <dsp:txXfrm>
        <a:off x="739363" y="1378620"/>
        <a:ext cx="2033250" cy="1207627"/>
      </dsp:txXfrm>
    </dsp:sp>
    <dsp:sp modelId="{6E591D14-AED4-43E4-8479-BD43ACCA650A}">
      <dsp:nvSpPr>
        <dsp:cNvPr id="0" name=""/>
        <dsp:cNvSpPr/>
      </dsp:nvSpPr>
      <dsp:spPr>
        <a:xfrm>
          <a:off x="3080682" y="1772947"/>
          <a:ext cx="2402932" cy="1207627"/>
        </a:xfrm>
        <a:prstGeom prst="rect">
          <a:avLst/>
        </a:prstGeom>
        <a:noFill/>
        <a:ln w="25400" cap="flat" cmpd="sng" algn="ctr">
          <a:noFill/>
          <a:prstDash val="solid"/>
          <a:miter lim="800000"/>
        </a:ln>
        <a:effectLst/>
        <a:sp3d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49784" rIns="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Perspectives</a:t>
          </a:r>
          <a:endParaRPr lang="fr-FR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Généralisation de la démarche aux autres postes du RIC (Owendo, Angondjé, Ntoum, Nkok).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Intégration future de données  ; programmation linéaire pour la priorisation budgétaire ; méthode multicritère TOPSIS.</a:t>
          </a:r>
        </a:p>
      </dsp:txBody>
      <dsp:txXfrm>
        <a:off x="3080682" y="1772947"/>
        <a:ext cx="2402932" cy="1207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E55A7-AC48-4FAB-A2A4-CC502FE55762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2A6BB-FB74-4A18-9B0A-F3F1653F10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67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11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F58F-8D53-F8E7-EBC4-DD9E8DC1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901494-1F4F-588F-ECB5-FDBFF391D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734056-D8D2-5311-FA8E-46613BD0A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Point à retenir :</a:t>
            </a:r>
          </a:p>
          <a:p>
            <a:endParaRPr lang="fr-FR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dirty="0"/>
              <a:t>Pétale D = 30 ; 60 dans taille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Pétale G = -30 ; -60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réunir les pétales 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la feuille en dessous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 err="1"/>
              <a:t>Clt</a:t>
            </a:r>
            <a:r>
              <a:rPr lang="fr-FR" dirty="0"/>
              <a:t> + D = dupliquer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39DCFC-9672-4772-D707-864B744DA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584F9-76FB-4A03-A634-597F3CC094E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97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7A6F-53CB-99EC-CF93-53C91521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340D0-F690-FF54-E750-1BF5BA888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FAD755E-1EE6-DDA7-51CB-CE10EB977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Point à retenir :</a:t>
            </a:r>
          </a:p>
          <a:p>
            <a:endParaRPr lang="fr-FR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dirty="0"/>
              <a:t>Pétale D = 30 ; 60 dans taille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Pétale G = -30 ; -60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réunir les pétales 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la feuille en dessous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 err="1"/>
              <a:t>Clt</a:t>
            </a:r>
            <a:r>
              <a:rPr lang="fr-FR" dirty="0"/>
              <a:t> + D = dupliquer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199436-6260-A5C4-9CB7-82C092FD5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584F9-76FB-4A03-A634-597F3CC094E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283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129E-ABD8-B09A-E637-89899469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B39B19-1D14-377F-E745-1D68A0B96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3CA45E-2C52-9377-31BC-C2FD63675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Point à retenir :</a:t>
            </a:r>
          </a:p>
          <a:p>
            <a:endParaRPr lang="fr-FR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dirty="0"/>
              <a:t>Pétale D = 30 ; 60 dans taille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Pétale G = -30 ; -60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réunir les pétales 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/>
              <a:t>Un petit cercle pour la feuille en dessous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fr-FR" dirty="0" err="1"/>
              <a:t>Clt</a:t>
            </a:r>
            <a:r>
              <a:rPr lang="fr-FR" dirty="0"/>
              <a:t> + D = dupliquer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n"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21B6F2-555B-8C89-A0D1-A2F4A97FA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584F9-76FB-4A03-A634-597F3CC094E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0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9235-8DC2-50C6-6A30-47D1C81B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287AC0-E508-EFF5-A21A-AA70E4FFC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EABD52E-3CA6-7D5E-9455-3B9D4E42D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036BB9-F29B-06D6-F909-D003F8B6D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422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3B715-CF57-DB97-145E-4B74954E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B546BA-F40F-AA6A-4CD3-25453902E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A36D82-26EC-6883-B8CD-2424FEA14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323B50-B363-782B-54AA-80F713B1A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3171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507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5C31-6C2B-3949-9F22-9E976F47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2DAE109-017F-D5D8-EE0F-9595B5D7C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B1366D-E098-6924-33B8-5A8E3BF8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50F512-57AD-B223-C2FB-A41FC8DFA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349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310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CBB7-30A9-7A7D-2C45-C3910F2B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E1ED9D-0E34-F81B-0A71-CEFDE7E75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494A84-4438-8BF0-CD9F-4E7CF1BA3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35BA4F-3958-94CC-3590-584121376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996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1FAB-0DC7-0F2D-9DE3-FCCCAE07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C59706-7B3D-4C76-85A5-C82B6B799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37329A-A294-ECE7-69F7-70E014962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F8EF19-6217-82A9-8E25-80C36F8CB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9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1 — Événements et TTR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2 — Écarts entre événements (TBF)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3 — Indicateurs calculés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i="1" dirty="0">
                <a:solidFill>
                  <a:schemeClr val="bg1"/>
                </a:solidFill>
              </a:rPr>
              <a:t>(n = 3 événements ; n−1 = 2 intervalles de TBF exploitables, puisque le premier événement n'a pas de TBF calculable — censure à gauche.)</a:t>
            </a:r>
            <a:endParaRPr lang="fr-FR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707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9EB9-BB4F-5392-E103-8ECFD7BC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3701C8-4AE2-C0A9-8F65-BDFD32D8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67C160-EC3A-E1A5-D83E-8CD301A67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1 — Événements et TTR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2 — Écarts entre événements (TBF)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3 — Indicateurs calculés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i="1" dirty="0">
                <a:solidFill>
                  <a:schemeClr val="bg1"/>
                </a:solidFill>
              </a:rPr>
              <a:t>(n = 3 événements ; n−1 = 2 intervalles de TBF exploitables, puisque le premier événement n'a pas de TBF calculable — censure à gauche.)</a:t>
            </a:r>
            <a:endParaRPr lang="fr-FR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44E1CC-596D-0EE5-8B6D-9263A9371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724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6FB3-11B2-333E-A4D2-A361FB53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43C030-1BB0-DA75-6387-76638816B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E63A69-CCF2-456B-7940-2E3B3AF44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Tableau 1 — Événements et TTR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Tableau 2 — Écarts entre événements (TBF)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Tableau 3 — Indicateurs calculés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i="1" dirty="0">
                <a:solidFill>
                  <a:schemeClr val="bg1"/>
                </a:solidFill>
              </a:rPr>
              <a:t>(n = 3 événements ; n−1 = 2 intervalles de TBF exploitables, puisque le premier événement n'a pas de TBF calculable — censure à gauche.)</a:t>
            </a:r>
            <a:endParaRPr lang="fr-FR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TTR — formule et vérification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durée = TTR = Δheure =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Heure_fin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Heure_début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Vérification sur l'événement 1 (ordre correct : Fin − Début, jamais l'inverse) :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TTR = (13h50 − 11h28) × 60 = 2h22min × 60 = 142 min ✓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MTTR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MTTR = ΣTTR / 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MTTR = (142 + 37 + 38) / 3 = 217 / 3 = 72,3 min = 1,205 h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MTBF — écarts calendaires entre événements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Écart 1 → 2 : 16/05/2026 → 25/05/2026 = 9 jours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Écart 2 → 3 : 25/05/2026 → 23/06/2026 = 29 jours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Conversion en minutes :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 × 24 × 60 = 12 960 min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 × 24 × 60 = 41 760 min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Moyenne :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MTBF = (12 960 + 41 760) / 2 = 54 720 / 2 = 27 360 min = 456 h ≈ 19 jours</a:t>
            </a:r>
          </a:p>
          <a:p>
            <a:r>
              <a:rPr lang="fr-F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Méthode calendaire simplifiée (jours entiers). La méthode rigoureuse combine date + heure (voir feuille de calcul Excel) ; l'écart est ici négligeable (456 h vs 454,94 h, soit 0,3 %) mais peut être plus significatif sur un échantillon aux horaires plus variés.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Disponibilité et indisponibilité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MTBF / (MTBF + MTTR)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456 / (456 + 1,205) = 456 / 457,205 = 0,9974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≈ 99,74 %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= 1 − A = 1 − 0,9974 = 0,0026 ≈ 0,26 %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C78A13-753B-998B-DB89-4BDD9A472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5648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EA03-707D-3D02-2B5A-5B47CB24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561A584-DB42-06B7-0B8A-8FD560527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CD4590-CB24-5C35-3AA4-B58B2D5E4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12C31E-EBC9-B035-348B-1DB77A169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2A6BB-FB74-4A18-9B0A-F3F1653F109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633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3A9AC-EE1C-D696-B011-9810B300C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032899-240C-41C2-3092-0A29A11A8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304D20-2E61-DDB0-30A9-211FBD06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E618-0CBA-4689-9341-673246AD3D28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2C98CD-C114-32B9-25E9-BAFD9627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E129B8-03A9-2F8C-DBC7-1B976C4F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pPr/>
              <a:t>‹N°›</a:t>
            </a:fld>
            <a:endParaRPr lang="fr-FR" dirty="0">
              <a:solidFill>
                <a:srgbClr val="1A3D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031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B81A9-4F73-4D22-FF7D-59EF9954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F5378-C981-BB53-CC0A-70CA96BED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6F7C2-E5E9-FB7E-4547-EE3D4F39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C162F-21D6-48E8-B9FA-552DDE2D873D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84133-E301-CAED-711A-3B86FC41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F2C294-A6A1-EC44-01C1-CCB55192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90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4202E5-C971-EDAA-F734-18306A4D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5909DD-8A22-2E94-C074-4F696792E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9D9163-BE3D-50FC-74A5-8608560A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0F5B-0488-4E22-8D18-9C49B0F15D02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74924D-328C-4F8C-8E18-B57C77105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344E8B-18BA-DD45-5941-252E7692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18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87246-CA9D-96FB-87B8-86FC017B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DBD49B-DDBD-9200-E939-AC4775094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6DF425-0DBE-E74D-9313-90D3F19E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B93760-F290-A48B-1A11-5E823E7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E680D-5332-4EFA-BCEB-71746DD9A326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4091B7-0597-6C0A-4E92-3EE841A7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7A277E-BCD8-00E5-3DAF-220074E1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73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9E3D91-E0CE-F99F-0470-37A91306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83ECEF-F6A1-26E5-D32E-D60997C14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CB8A18-0BB0-DE19-C63E-6D24B3E0A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77EF23-4A6E-2DFA-D340-CB0F5CE54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0D6D64B-46AF-B07D-0706-C991CFA58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DB487F-0B49-BD72-0427-2A28D518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9E526-88EC-4144-A3D2-08B684A94FCD}" type="datetime1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2060650-979E-B065-2838-F29C0456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5F19606-FD48-CCFA-1FA8-13B8DA4D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DC05D-C873-873E-2985-C91CF1B6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30A259-3018-AC69-57BB-9C14F05F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DBA80-9CBF-4F74-BD8C-4C13E1263866}" type="datetime1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6FC365-581A-B59A-700C-95DA4880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4C3959-06CF-0776-859C-6BC843CD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16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610132-EFBC-E57C-4F7F-DEC0BEC9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9FFF3-FEE7-455E-AFE0-9EA84B4030E4}" type="datetime1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958004-320C-CDCF-8A1F-E997C290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FF5498-79EA-1F59-BD9D-4F63A739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1E4EBF5E-87F4-E472-3502-4D695AFF7565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9982200" y="6356350"/>
            <a:ext cx="13716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</p:spTree>
    <p:extLst>
      <p:ext uri="{BB962C8B-B14F-4D97-AF65-F5344CB8AC3E}">
        <p14:creationId xmlns:p14="http://schemas.microsoft.com/office/powerpoint/2010/main" val="35207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DAA14-FD25-B838-CFD0-66F37FCF9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8744F0-E1C2-9565-B885-DCFBA73CD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347629-44D2-C7AA-BAA8-069B3AA99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FA89DE-78B4-05D5-0FE4-FA4FBE47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DA7ED-96AD-4581-935F-BBAE6124FF27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AC23B3-AA13-A92F-C9ED-8F77DFA3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86F981-470C-0D4D-F680-385CDC72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40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882939-4CCF-00BD-530D-4CFE9183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8327959-56DA-B963-7B03-699740225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B82D42-DA6E-071A-A384-9DC8EF42A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6E154A-9A75-3078-7D05-0E29911D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191A-3387-446E-88F2-D739CC3E4AB0}" type="datetime1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460A7F-4B3F-48EC-EDFE-EE46F21E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A349C6-3653-27C2-8A07-0045601B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13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94119-C53E-50D6-8253-7D4AC0D8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1DE8D6-A360-4584-10C5-CA9D2C0B7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D50B15-4701-995A-9018-C1464904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20CFF-AFE0-4B73-B743-2433229DFC73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385D54-3F3F-FB7C-6CC1-2CD67622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1C52F7-CBDC-9C00-34EF-A108CF1E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17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565AC4-DF2B-95F3-F8E0-AFF4D0312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22488E-256F-0D5A-B066-B5940CF52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0A1EE9-C8A6-5D2C-7AC5-60F950F1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6272-C42F-4D2F-86F9-5923B90FD3AE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F4549D-FCDC-EAE5-E66C-8E87842F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EE3321-FCA2-525C-6CAC-226721B5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440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6E3A43-666C-6399-8694-97A034A9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32FC-9126-4B45-BFB9-7CE8B4A4F050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930AF7-035C-90B0-8478-5DFAAEF6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E734DC-DE67-5232-ACF0-2094CBFE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fld id="{E8780A16-4DBE-406B-B118-132AEF669F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59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8B954C-9E4A-9709-E0BD-CB4B2B9B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299CD7-641F-ED3C-052C-A3F01B64B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5C5266-C6F9-37FE-7A76-B3FC3361C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E618-0CBA-4689-9341-673246AD3D28}" type="datetime1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477D6C-EB1E-C80B-6A51-12AEFEB67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44F8F2-C133-68F9-20D1-90282476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2600" b="1" kern="1200" smtClean="0">
                <a:solidFill>
                  <a:srgbClr val="104862"/>
                </a:solidFill>
                <a:latin typeface="Times New Roman"/>
                <a:ea typeface="+mn-ea"/>
                <a:cs typeface="Times New Roman"/>
              </a:defRPr>
            </a:lvl1pPr>
          </a:lstStyle>
          <a:p>
            <a:fld id="{E8780A16-4DBE-406B-B118-132AEF669F0B}" type="slidenum">
              <a:rPr lang="fr-FR" smtClean="0"/>
              <a:pPr/>
              <a:t>‹N°›</a:t>
            </a:fld>
            <a:endParaRPr lang="fr-FR" sz="2600" b="1" kern="1200" dirty="0">
              <a:solidFill>
                <a:srgbClr val="104862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029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9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FE05D07D-C3E4-99CD-CD72-EF97612AD28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3" name="ZoneTexte 62">
            <a:extLst>
              <a:ext uri="{FF2B5EF4-FFF2-40B4-BE49-F238E27FC236}">
                <a16:creationId xmlns:a16="http://schemas.microsoft.com/office/drawing/2014/main" id="{39542049-E43C-1A82-9691-DF7FB52617BA}"/>
              </a:ext>
            </a:extLst>
          </p:cNvPr>
          <p:cNvSpPr txBox="1"/>
          <p:nvPr/>
        </p:nvSpPr>
        <p:spPr>
          <a:xfrm>
            <a:off x="145490" y="4710569"/>
            <a:ext cx="4626908" cy="145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Bef>
                <a:spcPct val="0"/>
              </a:spcBef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Devant le jury composé de</a:t>
            </a:r>
            <a:r>
              <a:rPr lang="fr-FR" altLang="fr-FR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Mme ELQABLI Zineb : </a:t>
            </a: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Présidente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M. ABAD Othman  : </a:t>
            </a: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Rapporteur</a:t>
            </a:r>
            <a:r>
              <a:rPr lang="fr-FR" alt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M. AMANA Abdennasser : </a:t>
            </a: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Encadrant Académique  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endParaRPr lang="fr-FR" altLang="fr-FR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E42C8ECD-310F-10DA-C5B9-4A383400F0A3}"/>
              </a:ext>
            </a:extLst>
          </p:cNvPr>
          <p:cNvSpPr txBox="1"/>
          <p:nvPr/>
        </p:nvSpPr>
        <p:spPr>
          <a:xfrm>
            <a:off x="7296846" y="4722837"/>
            <a:ext cx="4749664" cy="96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Bef>
                <a:spcPct val="0"/>
              </a:spcBef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altLang="fr-FR" sz="16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la direction de :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ONDO NANG Franck :</a:t>
            </a: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Encadrant Professionnel</a:t>
            </a:r>
          </a:p>
          <a:p>
            <a:pPr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AMANA Abdennasser : </a:t>
            </a: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Encadrant Académique </a:t>
            </a:r>
          </a:p>
        </p:txBody>
      </p:sp>
      <p:pic>
        <p:nvPicPr>
          <p:cNvPr id="66" name="Image 65" descr="Une image contenant graphisme, texte, Police, Graphique&#10;&#10;Le contenu généré par l’IA peut être incorrect.">
            <a:extLst>
              <a:ext uri="{FF2B5EF4-FFF2-40B4-BE49-F238E27FC236}">
                <a16:creationId xmlns:a16="http://schemas.microsoft.com/office/drawing/2014/main" id="{EE5FA0C4-339D-CFF3-33EC-32C2573065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5" t="14689" r="7349" b="19209"/>
          <a:stretch>
            <a:fillRect/>
          </a:stretch>
        </p:blipFill>
        <p:spPr bwMode="auto">
          <a:xfrm>
            <a:off x="145490" y="188983"/>
            <a:ext cx="2506270" cy="9692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9" name="Demi-cadre 68">
            <a:extLst>
              <a:ext uri="{FF2B5EF4-FFF2-40B4-BE49-F238E27FC236}">
                <a16:creationId xmlns:a16="http://schemas.microsoft.com/office/drawing/2014/main" id="{09928854-2685-0F05-5E51-BD3403C0751F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A5B7DB2-6A7F-EA68-F0EE-48CC0DC88C4A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MA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 la performance et de la fiabilité du Réseau Interconnecté de Libreville (RIC)</a:t>
            </a:r>
            <a:endParaRPr lang="fr-FR" b="1" dirty="0">
              <a:solidFill>
                <a:srgbClr val="1048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rme en L 7">
            <a:extLst>
              <a:ext uri="{FF2B5EF4-FFF2-40B4-BE49-F238E27FC236}">
                <a16:creationId xmlns:a16="http://schemas.microsoft.com/office/drawing/2014/main" id="{B33B0108-4090-E5F3-AC58-A43F76AEFF54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558F01-8360-51CD-07E2-23D3728EE5C1}"/>
              </a:ext>
            </a:extLst>
          </p:cNvPr>
          <p:cNvSpPr txBox="1"/>
          <p:nvPr/>
        </p:nvSpPr>
        <p:spPr>
          <a:xfrm>
            <a:off x="3411348" y="210783"/>
            <a:ext cx="5384800" cy="1881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Mundiapolis</a:t>
            </a:r>
          </a:p>
          <a:p>
            <a:pPr algn="ctr">
              <a:lnSpc>
                <a:spcPct val="107000"/>
              </a:lnSpc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Soutenance de projet de fin d’études de Cycle Ingénieur</a:t>
            </a:r>
          </a:p>
          <a:p>
            <a:pPr algn="ctr">
              <a:lnSpc>
                <a:spcPct val="107000"/>
              </a:lnSpc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vue d’obtenir le Diplôme d’Ingénieur d’Etat</a:t>
            </a:r>
          </a:p>
          <a:p>
            <a:pPr algn="ctr">
              <a:lnSpc>
                <a:spcPct val="107000"/>
              </a:lnSpc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 Génie Industriel </a:t>
            </a: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F8D06E8E-7BA5-D654-6DF3-8664913F6EEA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Demi-cadre 13">
            <a:extLst>
              <a:ext uri="{FF2B5EF4-FFF2-40B4-BE49-F238E27FC236}">
                <a16:creationId xmlns:a16="http://schemas.microsoft.com/office/drawing/2014/main" id="{9AFE6A38-8F17-5B03-821F-3F6C2F946E08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Demi-cadre 14">
            <a:extLst>
              <a:ext uri="{FF2B5EF4-FFF2-40B4-BE49-F238E27FC236}">
                <a16:creationId xmlns:a16="http://schemas.microsoft.com/office/drawing/2014/main" id="{D9734006-2637-43A7-BBC8-B7B53713BACA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9AF7E61-7EBC-0A04-F6BC-F7207658E8FC}"/>
              </a:ext>
            </a:extLst>
          </p:cNvPr>
          <p:cNvSpPr txBox="1"/>
          <p:nvPr/>
        </p:nvSpPr>
        <p:spPr>
          <a:xfrm>
            <a:off x="4325612" y="4216200"/>
            <a:ext cx="3233347" cy="71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Bef>
                <a:spcPct val="0"/>
              </a:spcBef>
              <a:spcAft>
                <a:spcPts val="871"/>
              </a:spcAft>
              <a:tabLst>
                <a:tab pos="937249" algn="l"/>
                <a:tab pos="2295497" algn="l"/>
              </a:tabLst>
            </a:pPr>
            <a:r>
              <a:rPr lang="fr-FR" alt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Soutenu le 25 septembre 2026 par :</a:t>
            </a:r>
            <a:endParaRPr lang="fr-FR" altLang="fr-FR" sz="1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  <a:p>
            <a:pPr algn="ctr" defTabSz="1371583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29" algn="ctr"/>
                <a:tab pos="3238459" algn="ctr"/>
                <a:tab pos="4448118" algn="ctr"/>
              </a:tabLst>
            </a:pPr>
            <a:r>
              <a:rPr lang="fr-FR" altLang="fr-F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M. Vianney Aldrin MINANG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1BFA0A-9E50-95C1-6524-C07C182A63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941" y="140746"/>
            <a:ext cx="914400" cy="123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268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0D62-4D2D-0586-A721-E43FB21B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B4041EC-E022-7CFB-D067-A6CF6F500F6B}"/>
              </a:ext>
            </a:extLst>
          </p:cNvPr>
          <p:cNvSpPr/>
          <p:nvPr/>
        </p:nvSpPr>
        <p:spPr>
          <a:xfrm>
            <a:off x="5303520" y="7021751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EB63D7E6-BDDE-1686-1D14-73E9AE6259F1}"/>
              </a:ext>
            </a:extLst>
          </p:cNvPr>
          <p:cNvSpPr/>
          <p:nvPr/>
        </p:nvSpPr>
        <p:spPr>
          <a:xfrm>
            <a:off x="5303520" y="7021751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8B6C9447-B883-C4C6-A59A-5CA7EA71EBDF}"/>
              </a:ext>
            </a:extLst>
          </p:cNvPr>
          <p:cNvSpPr/>
          <p:nvPr/>
        </p:nvSpPr>
        <p:spPr>
          <a:xfrm>
            <a:off x="5303520" y="7021751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0207569E-A3A5-E1C7-9831-90DFB8925715}"/>
              </a:ext>
            </a:extLst>
          </p:cNvPr>
          <p:cNvSpPr/>
          <p:nvPr/>
        </p:nvSpPr>
        <p:spPr>
          <a:xfrm>
            <a:off x="5303520" y="7021751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B946FA81-5C2D-F442-9751-4829921567AD}"/>
              </a:ext>
            </a:extLst>
          </p:cNvPr>
          <p:cNvSpPr/>
          <p:nvPr/>
        </p:nvSpPr>
        <p:spPr>
          <a:xfrm>
            <a:off x="5303520" y="7021751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5AB8C8A-09F7-A011-2747-356AF7BEC930}"/>
              </a:ext>
            </a:extLst>
          </p:cNvPr>
          <p:cNvSpPr/>
          <p:nvPr/>
        </p:nvSpPr>
        <p:spPr>
          <a:xfrm>
            <a:off x="5240676" y="10031316"/>
            <a:ext cx="1747223" cy="83695"/>
          </a:xfrm>
          <a:prstGeom prst="ellipse">
            <a:avLst/>
          </a:prstGeom>
          <a:gradFill>
            <a:gsLst>
              <a:gs pos="0">
                <a:schemeClr val="bg2"/>
              </a:gs>
              <a:gs pos="87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8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72AD-3E9F-D51C-95CF-F917E3CEF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AF4B53D5-B0B5-BA6C-CDEF-524F98C2C9DE}"/>
              </a:ext>
            </a:extLst>
          </p:cNvPr>
          <p:cNvSpPr/>
          <p:nvPr/>
        </p:nvSpPr>
        <p:spPr>
          <a:xfrm>
            <a:off x="5299753" y="194403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0130D162-F726-F86E-BEEF-8AAD41ED5EA4}"/>
              </a:ext>
            </a:extLst>
          </p:cNvPr>
          <p:cNvSpPr/>
          <p:nvPr/>
        </p:nvSpPr>
        <p:spPr>
          <a:xfrm rot="3600000">
            <a:off x="6671101" y="282701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B00A1A1A-2A1E-C51B-DF4C-A1A4F09836A6}"/>
              </a:ext>
            </a:extLst>
          </p:cNvPr>
          <p:cNvSpPr/>
          <p:nvPr/>
        </p:nvSpPr>
        <p:spPr>
          <a:xfrm rot="-3600000">
            <a:off x="4029707" y="282701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668A2E7E-217F-6723-D8C1-7C966B15D237}"/>
              </a:ext>
            </a:extLst>
          </p:cNvPr>
          <p:cNvSpPr/>
          <p:nvPr/>
        </p:nvSpPr>
        <p:spPr>
          <a:xfrm rot="1800000">
            <a:off x="6092232" y="2243843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A29C3B22-A408-165B-9771-D3D3CB83A7A2}"/>
              </a:ext>
            </a:extLst>
          </p:cNvPr>
          <p:cNvSpPr/>
          <p:nvPr/>
        </p:nvSpPr>
        <p:spPr>
          <a:xfrm rot="-1800000">
            <a:off x="4507273" y="227033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8C2497B-85F7-CB16-A956-7ADF0B769602}"/>
              </a:ext>
            </a:extLst>
          </p:cNvPr>
          <p:cNvSpPr/>
          <p:nvPr/>
        </p:nvSpPr>
        <p:spPr>
          <a:xfrm>
            <a:off x="5287560" y="5395090"/>
            <a:ext cx="1747223" cy="83695"/>
          </a:xfrm>
          <a:prstGeom prst="ellipse">
            <a:avLst/>
          </a:prstGeom>
          <a:gradFill>
            <a:gsLst>
              <a:gs pos="0">
                <a:schemeClr val="bg2"/>
              </a:gs>
              <a:gs pos="87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878E3A5-29EC-CE39-8FB2-8DB9DC51C91D}"/>
              </a:ext>
            </a:extLst>
          </p:cNvPr>
          <p:cNvSpPr txBox="1"/>
          <p:nvPr/>
        </p:nvSpPr>
        <p:spPr>
          <a:xfrm>
            <a:off x="-4409768" y="4596215"/>
            <a:ext cx="429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r>
              <a:rPr lang="fr-FR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&amp; ENJEUX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0C23A2B-DB38-A512-3220-A935C1549BDA}"/>
              </a:ext>
            </a:extLst>
          </p:cNvPr>
          <p:cNvSpPr txBox="1"/>
          <p:nvPr/>
        </p:nvSpPr>
        <p:spPr>
          <a:xfrm>
            <a:off x="-3657600" y="2782669"/>
            <a:ext cx="3284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ORGANISME D'ACCUEIL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2B4B998-BA80-269A-91DD-28374842E96C}"/>
              </a:ext>
            </a:extLst>
          </p:cNvPr>
          <p:cNvSpPr txBox="1"/>
          <p:nvPr/>
        </p:nvSpPr>
        <p:spPr>
          <a:xfrm>
            <a:off x="2654711" y="-853678"/>
            <a:ext cx="578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/>
            <a:r>
              <a:rPr lang="fr-FR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DÉMARCHE &amp; MÉTHODOLOGIE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0236CD8-FAD3-6F89-8D0F-BA15D7E7C968}"/>
              </a:ext>
            </a:extLst>
          </p:cNvPr>
          <p:cNvSpPr txBox="1"/>
          <p:nvPr/>
        </p:nvSpPr>
        <p:spPr>
          <a:xfrm>
            <a:off x="12420349" y="2234162"/>
            <a:ext cx="386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fr-FR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&amp; MODÉLISATION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CDA72C5-5F8F-7001-F17B-58214AFCF646}"/>
              </a:ext>
            </a:extLst>
          </p:cNvPr>
          <p:cNvSpPr txBox="1"/>
          <p:nvPr/>
        </p:nvSpPr>
        <p:spPr>
          <a:xfrm>
            <a:off x="12773754" y="4027058"/>
            <a:ext cx="386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APPORTS &amp; 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1360509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7D09-51B2-6F90-8A2D-89FCE1FD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C3B46E0-6656-3828-1D4E-0F1B8DAC4412}"/>
              </a:ext>
            </a:extLst>
          </p:cNvPr>
          <p:cNvSpPr/>
          <p:nvPr/>
        </p:nvSpPr>
        <p:spPr>
          <a:xfrm>
            <a:off x="5299753" y="194403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05E6AD48-65C1-14E3-B4BD-1B33ECF5B925}"/>
              </a:ext>
            </a:extLst>
          </p:cNvPr>
          <p:cNvSpPr/>
          <p:nvPr/>
        </p:nvSpPr>
        <p:spPr>
          <a:xfrm rot="3600000">
            <a:off x="6671101" y="282701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EC1F1485-4B3F-415A-BB3F-E04A4DA7DCF9}"/>
              </a:ext>
            </a:extLst>
          </p:cNvPr>
          <p:cNvSpPr/>
          <p:nvPr/>
        </p:nvSpPr>
        <p:spPr>
          <a:xfrm rot="-3600000">
            <a:off x="4029707" y="282701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90ED4878-88B1-4AF8-4A27-EA8ABC70D6D7}"/>
              </a:ext>
            </a:extLst>
          </p:cNvPr>
          <p:cNvSpPr/>
          <p:nvPr/>
        </p:nvSpPr>
        <p:spPr>
          <a:xfrm rot="1800000">
            <a:off x="6092232" y="2243843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18458866-8648-6309-BAC8-8882DA2779CE}"/>
              </a:ext>
            </a:extLst>
          </p:cNvPr>
          <p:cNvSpPr/>
          <p:nvPr/>
        </p:nvSpPr>
        <p:spPr>
          <a:xfrm rot="-1800000">
            <a:off x="4507273" y="2270335"/>
            <a:ext cx="1584960" cy="2740162"/>
          </a:xfrm>
          <a:custGeom>
            <a:avLst/>
            <a:gdLst>
              <a:gd name="csX0" fmla="*/ 792480 w 1584960"/>
              <a:gd name="csY0" fmla="*/ 0 h 2740162"/>
              <a:gd name="csX1" fmla="*/ 900960 w 1584960"/>
              <a:gd name="csY1" fmla="*/ 72569 h 2740162"/>
              <a:gd name="csX2" fmla="*/ 1584960 w 1584960"/>
              <a:gd name="csY2" fmla="*/ 1370081 h 2740162"/>
              <a:gd name="csX3" fmla="*/ 900960 w 1584960"/>
              <a:gd name="csY3" fmla="*/ 2667593 h 2740162"/>
              <a:gd name="csX4" fmla="*/ 792480 w 1584960"/>
              <a:gd name="csY4" fmla="*/ 2740162 h 2740162"/>
              <a:gd name="csX5" fmla="*/ 684000 w 1584960"/>
              <a:gd name="csY5" fmla="*/ 2667593 h 2740162"/>
              <a:gd name="csX6" fmla="*/ 0 w 1584960"/>
              <a:gd name="csY6" fmla="*/ 1370081 h 2740162"/>
              <a:gd name="csX7" fmla="*/ 684000 w 1584960"/>
              <a:gd name="csY7" fmla="*/ 72569 h 2740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60" h="2740162">
                <a:moveTo>
                  <a:pt x="792480" y="0"/>
                </a:moveTo>
                <a:lnTo>
                  <a:pt x="900960" y="72569"/>
                </a:lnTo>
                <a:cubicBezTo>
                  <a:pt x="1318696" y="380978"/>
                  <a:pt x="1584960" y="847712"/>
                  <a:pt x="1584960" y="1370081"/>
                </a:cubicBezTo>
                <a:cubicBezTo>
                  <a:pt x="1584960" y="1892450"/>
                  <a:pt x="1318696" y="2359185"/>
                  <a:pt x="900960" y="2667593"/>
                </a:cubicBezTo>
                <a:lnTo>
                  <a:pt x="792480" y="2740162"/>
                </a:lnTo>
                <a:lnTo>
                  <a:pt x="684000" y="2667593"/>
                </a:lnTo>
                <a:cubicBezTo>
                  <a:pt x="266264" y="2359185"/>
                  <a:pt x="0" y="1892450"/>
                  <a:pt x="0" y="1370081"/>
                </a:cubicBezTo>
                <a:cubicBezTo>
                  <a:pt x="0" y="847712"/>
                  <a:pt x="266264" y="380978"/>
                  <a:pt x="684000" y="72569"/>
                </a:cubicBezTo>
                <a:close/>
              </a:path>
            </a:pathLst>
          </a:custGeom>
          <a:gradFill>
            <a:gsLst>
              <a:gs pos="0">
                <a:srgbClr val="124982"/>
              </a:gs>
              <a:gs pos="100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6D022FA-2AB7-4E94-4870-10B765D36022}"/>
              </a:ext>
            </a:extLst>
          </p:cNvPr>
          <p:cNvSpPr/>
          <p:nvPr/>
        </p:nvSpPr>
        <p:spPr>
          <a:xfrm>
            <a:off x="5287560" y="5395090"/>
            <a:ext cx="1747223" cy="83695"/>
          </a:xfrm>
          <a:prstGeom prst="ellipse">
            <a:avLst/>
          </a:prstGeom>
          <a:gradFill>
            <a:gsLst>
              <a:gs pos="0">
                <a:schemeClr val="bg2"/>
              </a:gs>
              <a:gs pos="87000">
                <a:srgbClr val="124982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0CC951B-7185-6EFD-78E4-20E8517CC45F}"/>
              </a:ext>
            </a:extLst>
          </p:cNvPr>
          <p:cNvSpPr txBox="1"/>
          <p:nvPr/>
        </p:nvSpPr>
        <p:spPr>
          <a:xfrm>
            <a:off x="-859378" y="4361031"/>
            <a:ext cx="429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&amp; ENJEUX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4287329-9B2C-2C1E-2CE6-216BAA0F845D}"/>
              </a:ext>
            </a:extLst>
          </p:cNvPr>
          <p:cNvSpPr txBox="1"/>
          <p:nvPr/>
        </p:nvSpPr>
        <p:spPr>
          <a:xfrm>
            <a:off x="430048" y="2379507"/>
            <a:ext cx="3284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ORGANISME D'ACCUEIL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E3779CF-8530-9ACA-E9CD-E5EB502A01F9}"/>
              </a:ext>
            </a:extLst>
          </p:cNvPr>
          <p:cNvSpPr txBox="1"/>
          <p:nvPr/>
        </p:nvSpPr>
        <p:spPr>
          <a:xfrm>
            <a:off x="2536320" y="1310810"/>
            <a:ext cx="578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fr-FR" b="1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DÉMARCHE &amp; MÉTHODOLOGIE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1676ED-AD7A-9081-953C-ED2B5A9FC5CA}"/>
              </a:ext>
            </a:extLst>
          </p:cNvPr>
          <p:cNvSpPr txBox="1"/>
          <p:nvPr/>
        </p:nvSpPr>
        <p:spPr>
          <a:xfrm>
            <a:off x="8042451" y="2419046"/>
            <a:ext cx="386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fr-FR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&amp; MODÉLISATION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B85BA3F-F9FE-54F3-9748-1876A4FF34B5}"/>
              </a:ext>
            </a:extLst>
          </p:cNvPr>
          <p:cNvSpPr txBox="1"/>
          <p:nvPr/>
        </p:nvSpPr>
        <p:spPr>
          <a:xfrm>
            <a:off x="8317686" y="4520261"/>
            <a:ext cx="386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1249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APPORTS &amp; RECOMMANDATIONS</a:t>
            </a:r>
          </a:p>
        </p:txBody>
      </p:sp>
      <p:cxnSp>
        <p:nvCxnSpPr>
          <p:cNvPr id="2" name="Rule">
            <a:extLst>
              <a:ext uri="{FF2B5EF4-FFF2-40B4-BE49-F238E27FC236}">
                <a16:creationId xmlns:a16="http://schemas.microsoft.com/office/drawing/2014/main" id="{B6CFBE6C-B63A-5447-A4AF-2DC9DFAE2CAC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">
            <a:extLst>
              <a:ext uri="{FF2B5EF4-FFF2-40B4-BE49-F238E27FC236}">
                <a16:creationId xmlns:a16="http://schemas.microsoft.com/office/drawing/2014/main" id="{E6F355CB-56E1-B2B0-7426-D671185F11C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318812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74C83"/>
                </a:solidFill>
                <a:latin typeface="Times New Roman"/>
                <a:cs typeface="Times New Roman"/>
              </a:rPr>
              <a:t>Plan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F69004D8-C262-92FA-D835-A8FB23527732}"/>
              </a:ext>
            </a:extLst>
          </p:cNvPr>
          <p:cNvGrpSpPr/>
          <p:nvPr/>
        </p:nvGrpSpPr>
        <p:grpSpPr>
          <a:xfrm>
            <a:off x="7193280" y="294158"/>
            <a:ext cx="4107180" cy="274320"/>
            <a:chOff x="4795520" y="335280"/>
            <a:chExt cx="4107180" cy="274320"/>
          </a:xfrm>
        </p:grpSpPr>
        <p:sp>
          <p:nvSpPr>
            <p:cNvPr id="5" name="Flèche : pentagone 4">
              <a:extLst>
                <a:ext uri="{FF2B5EF4-FFF2-40B4-BE49-F238E27FC236}">
                  <a16:creationId xmlns:a16="http://schemas.microsoft.com/office/drawing/2014/main" id="{92900A02-71E7-FCE6-9E32-1E2F47644261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34639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</a:p>
          </p:txBody>
        </p:sp>
        <p:sp>
          <p:nvSpPr>
            <p:cNvPr id="6" name="Flèche : chevron 5">
              <a:extLst>
                <a:ext uri="{FF2B5EF4-FFF2-40B4-BE49-F238E27FC236}">
                  <a16:creationId xmlns:a16="http://schemas.microsoft.com/office/drawing/2014/main" id="{483B3628-8543-8A30-465B-977811892ABB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346394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  <p:sp>
          <p:nvSpPr>
            <p:cNvPr id="8" name="Flèche : chevron 7">
              <a:extLst>
                <a:ext uri="{FF2B5EF4-FFF2-40B4-BE49-F238E27FC236}">
                  <a16:creationId xmlns:a16="http://schemas.microsoft.com/office/drawing/2014/main" id="{72EBB372-3257-21CA-EC2F-B3B6B263F3AD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346394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975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F98C-C222-C428-7421-22F2BA2EB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367E2AF5-A919-876D-7035-46CBB13AFE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7" name="Demi-cadre 6">
            <a:extLst>
              <a:ext uri="{FF2B5EF4-FFF2-40B4-BE49-F238E27FC236}">
                <a16:creationId xmlns:a16="http://schemas.microsoft.com/office/drawing/2014/main" id="{D0449E4C-A21A-EA39-AF9F-0D7F1AB20778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D502D-31D3-C25E-DA82-8A7BC9B7DF18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endParaRPr lang="fr-FR" b="1" dirty="0">
              <a:solidFill>
                <a:srgbClr val="2C5F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endParaRPr lang="fr-FR" b="1" dirty="0">
              <a:solidFill>
                <a:srgbClr val="2C5F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01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&amp; ENJEUX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endParaRPr lang="fr-FR" b="1" dirty="0">
              <a:solidFill>
                <a:srgbClr val="2C5F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dirty="0">
              <a:solidFill>
                <a:srgbClr val="2C5F73"/>
              </a:solidFill>
            </a:endParaRP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5B399054-AA87-3D89-74F8-8F9A39427AD3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0E2DCEEB-6340-1A49-D03A-E61FDDA7C010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157A40E7-719B-5158-3CAF-CD063237C229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Forme en L 11">
            <a:extLst>
              <a:ext uri="{FF2B5EF4-FFF2-40B4-BE49-F238E27FC236}">
                <a16:creationId xmlns:a16="http://schemas.microsoft.com/office/drawing/2014/main" id="{4C053E31-6332-41E8-93F4-13653DABE36F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</p:spTree>
    <p:extLst>
      <p:ext uri="{BB962C8B-B14F-4D97-AF65-F5344CB8AC3E}">
        <p14:creationId xmlns:p14="http://schemas.microsoft.com/office/powerpoint/2010/main" val="368769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225575B-24CE-9842-D6A6-1F4E43B8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6</a:t>
            </a:fld>
            <a:endParaRPr lang="fr-FR"/>
          </a:p>
        </p:txBody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6BE7EF62-0A65-9A38-72C0-7FC141FAB69F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01 · CONTEXTE &amp; ENJEUX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9600B74C-C906-F87E-B31A-5B691B9A269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Le Réseau Interconnecté de Libreville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5EB096-7EDB-9670-57F6-107E6B018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90" y="1454843"/>
            <a:ext cx="3378821" cy="3273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4CEC368-E5B0-AD16-F706-F3DFF26EA97E}"/>
              </a:ext>
            </a:extLst>
          </p:cNvPr>
          <p:cNvSpPr txBox="1"/>
          <p:nvPr/>
        </p:nvSpPr>
        <p:spPr>
          <a:xfrm>
            <a:off x="7675451" y="4994669"/>
            <a:ext cx="40005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site au poste 225 kV de Bissegué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D5CD9D-556D-5A83-2FE5-B95441C238C4}"/>
              </a:ext>
            </a:extLst>
          </p:cNvPr>
          <p:cNvSpPr/>
          <p:nvPr/>
        </p:nvSpPr>
        <p:spPr>
          <a:xfrm>
            <a:off x="685800" y="1402215"/>
            <a:ext cx="6989651" cy="3531493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lvl="0">
              <a:tabLst>
                <a:tab pos="5284788" algn="l"/>
              </a:tabLst>
            </a:pPr>
            <a:r>
              <a:rPr lang="fr-FR" b="1" dirty="0">
                <a:solidFill>
                  <a:srgbClr val="156082"/>
                </a:solidFill>
                <a:latin typeface="Times New Roman"/>
                <a:cs typeface="Times New Roman"/>
              </a:rPr>
              <a:t>Un secteur stratégique</a:t>
            </a:r>
          </a:p>
          <a:p>
            <a:pPr lvl="0">
              <a:tabLst>
                <a:tab pos="5284788" algn="l"/>
              </a:tabLst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har char="•"/>
              <a:tabLst>
                <a:tab pos="5284788" algn="l"/>
              </a:tabLst>
            </a:pP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SEEG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assure la production, le transport et la distribution de l’électricité et de l’eau au Gabon.</a:t>
            </a:r>
          </a:p>
          <a:p>
            <a:pPr lvl="0">
              <a:buChar char="•"/>
              <a:tabLst>
                <a:tab pos="5284788" algn="l"/>
              </a:tabLst>
            </a:pP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har char="•"/>
              <a:tabLst>
                <a:tab pos="5284788" algn="l"/>
              </a:tabLst>
            </a:pP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L'entreprise a été, pendant plusieurs années, une filiale du groupe 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Veolia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avant un retour au secteur public.</a:t>
            </a:r>
          </a:p>
          <a:p>
            <a:pPr lvl="0">
              <a:buChar char="•"/>
              <a:tabLst>
                <a:tab pos="5284788" algn="l"/>
              </a:tabLst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5284788" algn="l"/>
              </a:tabLst>
            </a:pPr>
            <a:r>
              <a:rPr lang="fr-FR" b="1" dirty="0">
                <a:solidFill>
                  <a:srgbClr val="156082"/>
                </a:solidFill>
                <a:latin typeface="Times New Roman"/>
                <a:cs typeface="Times New Roman"/>
              </a:rPr>
              <a:t>Un secteur réglementé</a:t>
            </a:r>
          </a:p>
          <a:p>
            <a:pPr lvl="0">
              <a:tabLst>
                <a:tab pos="5284788" algn="l"/>
              </a:tabLst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har char="•"/>
              <a:tabLst>
                <a:tab pos="5284788" algn="l"/>
              </a:tabLst>
            </a:pP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Projets soumis aux référentiels 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9001:2015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14001:2015 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</a:p>
          <a:p>
            <a:pPr lvl="0">
              <a:tabLst>
                <a:tab pos="5284788" algn="l"/>
              </a:tabLst>
            </a:pP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45001:2018 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(SMI : SMQ, SME, SMSST).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31C1FF0-0589-3A1E-E9F9-4E208160A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5" b="7124"/>
          <a:stretch>
            <a:fillRect/>
          </a:stretch>
        </p:blipFill>
        <p:spPr>
          <a:xfrm>
            <a:off x="764467" y="4933708"/>
            <a:ext cx="3752083" cy="1403979"/>
          </a:xfrm>
          <a:prstGeom prst="rect">
            <a:avLst/>
          </a:prstGeom>
        </p:spPr>
      </p:pic>
      <p:cxnSp>
        <p:nvCxnSpPr>
          <p:cNvPr id="15" name="Rule">
            <a:extLst>
              <a:ext uri="{FF2B5EF4-FFF2-40B4-BE49-F238E27FC236}">
                <a16:creationId xmlns:a16="http://schemas.microsoft.com/office/drawing/2014/main" id="{2D6ED3F5-5D13-88F8-B81B-8448B05320FE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592F112-5186-C7F5-8141-B4583A21FB7C}"/>
              </a:ext>
            </a:extLst>
          </p:cNvPr>
          <p:cNvGrpSpPr/>
          <p:nvPr/>
        </p:nvGrpSpPr>
        <p:grpSpPr>
          <a:xfrm>
            <a:off x="6955671" y="307677"/>
            <a:ext cx="4409440" cy="315441"/>
            <a:chOff x="4795520" y="335280"/>
            <a:chExt cx="4107180" cy="274320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4821769F-E7AB-5615-A7E4-55E9479A219C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46B93B8C-ADB8-9F0F-01B9-9F8C34DD7A1D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293243C7-42EC-00BC-61C5-B3F97FBEF7F5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151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B2576C6-18E1-BDA1-7FED-159474EB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7</a:t>
            </a:fld>
            <a:endParaRPr lang="fr-F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F07C728E-85E6-9CCF-C1D3-829EA6ABF1F3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01 · CONTEXTE &amp; ENJEUX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1E00D5C-CE23-4AA6-79A8-A345F4B1B287}"/>
              </a:ext>
            </a:extLst>
          </p:cNvPr>
          <p:cNvSpPr>
            <a:spLocks noGrp="1"/>
          </p:cNvSpPr>
          <p:nvPr/>
        </p:nvSpPr>
        <p:spPr>
          <a:xfrm>
            <a:off x="69596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Problématique du projet</a:t>
            </a:r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F84656D8-1C2A-DA6F-23B6-F8A16A0165A6}"/>
              </a:ext>
            </a:extLst>
          </p:cNvPr>
          <p:cNvCxnSpPr/>
          <p:nvPr/>
        </p:nvCxnSpPr>
        <p:spPr>
          <a:xfrm>
            <a:off x="70612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Content">
            <a:extLst>
              <a:ext uri="{FF2B5EF4-FFF2-40B4-BE49-F238E27FC236}">
                <a16:creationId xmlns:a16="http://schemas.microsoft.com/office/drawing/2014/main" id="{54C85C63-D03F-BFCE-D1C8-8E8E3723A0B2}"/>
              </a:ext>
            </a:extLst>
          </p:cNvPr>
          <p:cNvSpPr/>
          <p:nvPr/>
        </p:nvSpPr>
        <p:spPr>
          <a:xfrm>
            <a:off x="695960" y="1808480"/>
            <a:ext cx="4861560" cy="324104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fr-MA" sz="2000" b="1" dirty="0">
                <a:solidFill>
                  <a:srgbClr val="104862"/>
                </a:solidFill>
                <a:latin typeface="Times New Roman"/>
                <a:cs typeface="Times New Roman"/>
              </a:rPr>
              <a:t>L'enjeu du stage</a:t>
            </a:r>
          </a:p>
          <a:p>
            <a:pPr>
              <a:spcAft>
                <a:spcPts val="1000"/>
              </a:spcAft>
            </a:pPr>
            <a:r>
              <a:rPr lang="fr-M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Réseau Interconnecté de Libreville </a:t>
            </a:r>
            <a:r>
              <a:rPr lang="fr-M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(RIC) </a:t>
            </a:r>
            <a:r>
              <a:rPr lang="fr-M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 l'infrastructure critique de transport électrique de la capitale.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endParaRPr lang="fr-MA" b="1" dirty="0">
              <a:solidFill>
                <a:srgbClr val="1560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fr-MA" sz="2000" b="1" dirty="0">
                <a:solidFill>
                  <a:srgbClr val="104862"/>
                </a:solidFill>
                <a:latin typeface="Times New Roman"/>
                <a:cs typeface="Times New Roman"/>
              </a:rPr>
              <a:t>Objectif </a:t>
            </a:r>
          </a:p>
          <a:p>
            <a:pPr>
              <a:spcAft>
                <a:spcPts val="1000"/>
              </a:spcAft>
            </a:pPr>
            <a:r>
              <a:rPr lang="fr-M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Faire évoluer sa maintenance d'une logique </a:t>
            </a:r>
            <a:r>
              <a:rPr lang="fr-M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curative </a:t>
            </a:r>
            <a:r>
              <a:rPr lang="fr-M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 une démarche de fiabilité objectivée par la donnée</a:t>
            </a:r>
            <a:r>
              <a:rPr lang="fr-MA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F9DFB9-758F-37CA-6ED9-00C96AB2F1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4363" r="1685" b="2103"/>
          <a:stretch>
            <a:fillRect/>
          </a:stretch>
        </p:blipFill>
        <p:spPr bwMode="auto">
          <a:xfrm>
            <a:off x="6056964" y="1484599"/>
            <a:ext cx="5562952" cy="40678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D0F145B-F52E-FFE0-3EF4-474704DA72A5}"/>
              </a:ext>
            </a:extLst>
          </p:cNvPr>
          <p:cNvSpPr txBox="1"/>
          <p:nvPr/>
        </p:nvSpPr>
        <p:spPr>
          <a:xfrm>
            <a:off x="6721650" y="5848290"/>
            <a:ext cx="4233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104862"/>
                </a:solidFill>
                <a:latin typeface="Times New Roman"/>
                <a:cs typeface="Times New Roman"/>
              </a:rPr>
              <a:t>Réseau Interconnecté de Libreville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458F21C-4594-22D6-34B4-70B144B48C34}"/>
              </a:ext>
            </a:extLst>
          </p:cNvPr>
          <p:cNvGrpSpPr/>
          <p:nvPr/>
        </p:nvGrpSpPr>
        <p:grpSpPr>
          <a:xfrm>
            <a:off x="6955671" y="307677"/>
            <a:ext cx="4409440" cy="315441"/>
            <a:chOff x="4795520" y="335280"/>
            <a:chExt cx="4107180" cy="274320"/>
          </a:xfrm>
        </p:grpSpPr>
        <p:sp>
          <p:nvSpPr>
            <p:cNvPr id="16" name="Flèche : pentagone 15">
              <a:extLst>
                <a:ext uri="{FF2B5EF4-FFF2-40B4-BE49-F238E27FC236}">
                  <a16:creationId xmlns:a16="http://schemas.microsoft.com/office/drawing/2014/main" id="{78FC350B-EDB1-AE6D-97CB-C6F1C6D11DC6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C1A7BA73-64B7-992E-2CEC-FB2A0804E05B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6769B091-F7B0-C5D0-6640-D2DC22291470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049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8232-03B7-E757-C845-59636D88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A26CFED6-4728-8569-7026-AFA93EEC1A6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7" name="Demi-cadre 6">
            <a:extLst>
              <a:ext uri="{FF2B5EF4-FFF2-40B4-BE49-F238E27FC236}">
                <a16:creationId xmlns:a16="http://schemas.microsoft.com/office/drawing/2014/main" id="{C62E9C3C-39CA-0416-9A80-558570E9BE25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2EC545-4188-9B63-5A05-FC1B31F39995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ORGANISME D'ACCUEIL</a:t>
            </a: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751FE08A-9FAD-6585-0BE7-BE0B4FBBA1D9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AE380C9F-D37F-EC48-EF8B-2595732C1BE7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335F425C-E2C1-646D-606D-631316B8F052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Forme en L 1">
            <a:extLst>
              <a:ext uri="{FF2B5EF4-FFF2-40B4-BE49-F238E27FC236}">
                <a16:creationId xmlns:a16="http://schemas.microsoft.com/office/drawing/2014/main" id="{6DA73405-9DFB-60EC-4593-66EBDE991244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</p:spTree>
    <p:extLst>
      <p:ext uri="{BB962C8B-B14F-4D97-AF65-F5344CB8AC3E}">
        <p14:creationId xmlns:p14="http://schemas.microsoft.com/office/powerpoint/2010/main" val="408896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D5C5A-7CF4-4AB8-AD4F-A6B24DBE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707B5694-9192-5687-E009-7501D92EC3C5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02 · ORGANISME D'ACCUEIL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E96A69B-4D5F-2AB0-C17B-6EA1B002A742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Organigramme de la SEEG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7F20867D-27F4-9EAA-3DC4-36D2FA8EF6B2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E08E93-055D-3518-2334-F3BE311A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61A94D6-E3F0-3724-0389-3372B2EBA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140098"/>
              </p:ext>
            </p:extLst>
          </p:nvPr>
        </p:nvGraphicFramePr>
        <p:xfrm>
          <a:off x="838200" y="1310640"/>
          <a:ext cx="10722928" cy="53006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D729B99C-0F3D-4F18-6E23-4BC1A400F1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" t="1593" r="7773" b="1"/>
          <a:stretch>
            <a:fillRect/>
          </a:stretch>
        </p:blipFill>
        <p:spPr bwMode="auto">
          <a:xfrm>
            <a:off x="9784080" y="2204719"/>
            <a:ext cx="863600" cy="1362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A5AEF8E3-B718-EC2D-F215-C75936178DFB}"/>
              </a:ext>
            </a:extLst>
          </p:cNvPr>
          <p:cNvGrpSpPr/>
          <p:nvPr/>
        </p:nvGrpSpPr>
        <p:grpSpPr>
          <a:xfrm>
            <a:off x="6955671" y="307677"/>
            <a:ext cx="4409440" cy="315441"/>
            <a:chOff x="4795520" y="335280"/>
            <a:chExt cx="4107180" cy="27432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6AF2020D-903B-F9C0-5FB4-5411D34CABDA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EB7248B9-7475-3251-266D-F726547013AF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F9580A92-BA49-50FB-399A-FA75D70078B0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820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1BFAFD5-B9D7-20B8-6560-0687251BF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10</a:t>
            </a:fld>
            <a:endParaRPr lang="fr-FR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BC6A0520-B0C6-06E5-3E0B-8B416F3EA9FB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02 · ORGANISME D'ACCUEIL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4E36C65-CBC7-F52B-4E75-629F9CB85AB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SEEG, DTE &amp; DETTE</a:t>
            </a:r>
          </a:p>
        </p:txBody>
      </p:sp>
      <p:cxnSp>
        <p:nvCxnSpPr>
          <p:cNvPr id="5" name="Rule">
            <a:extLst>
              <a:ext uri="{FF2B5EF4-FFF2-40B4-BE49-F238E27FC236}">
                <a16:creationId xmlns:a16="http://schemas.microsoft.com/office/drawing/2014/main" id="{7651A709-A5FB-0BB2-6360-2F5ACAFA0486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Content">
            <a:extLst>
              <a:ext uri="{FF2B5EF4-FFF2-40B4-BE49-F238E27FC236}">
                <a16:creationId xmlns:a16="http://schemas.microsoft.com/office/drawing/2014/main" id="{F723BAF7-19B6-EF98-EDAB-F8FF4E6E3E83}"/>
              </a:ext>
            </a:extLst>
          </p:cNvPr>
          <p:cNvSpPr/>
          <p:nvPr/>
        </p:nvSpPr>
        <p:spPr>
          <a:xfrm>
            <a:off x="838201" y="1633948"/>
            <a:ext cx="9120994" cy="4277172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Opérateur historique de l'électricité et de l'eau au Gabon, créé en 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1950</a:t>
            </a: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Assure la production, le transport et la distribution sur l'ensemble du territoire national.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Technique Électricité (DTE)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qui chapeaute l'ensemble des activités techniques électriques de la 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SEEG</a:t>
            </a: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Pilote la planification, l'exploitation et le développement du réseau électrique national.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Étude &amp; Travaux Transport Électricité (DETTE)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charge de la maîtrise d'ouvrage des travaux de transport électrique (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HTB</a:t>
            </a: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Rédaction des 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CCTP</a:t>
            </a: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(cahiers des charges techniques) sur les ouvrages du 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Lancement des appels d'offres et analyse comparative des réponses des prestataires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fr-MA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des travaux via les comptes rendus </a:t>
            </a:r>
            <a:r>
              <a:rPr lang="fr-MA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(CR)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9C323D-FAEE-22A6-8EA8-BB69AC82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5" t="1593" r="7773" b="1"/>
          <a:stretch>
            <a:fillRect/>
          </a:stretch>
        </p:blipFill>
        <p:spPr bwMode="auto">
          <a:xfrm>
            <a:off x="10119360" y="2936239"/>
            <a:ext cx="863600" cy="1362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82DBFA3F-B8F1-19E1-193A-5F6CE6B36003}"/>
              </a:ext>
            </a:extLst>
          </p:cNvPr>
          <p:cNvGrpSpPr/>
          <p:nvPr/>
        </p:nvGrpSpPr>
        <p:grpSpPr>
          <a:xfrm>
            <a:off x="6955671" y="307677"/>
            <a:ext cx="4409440" cy="315441"/>
            <a:chOff x="4795520" y="335280"/>
            <a:chExt cx="4107180" cy="27432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30BA5D23-1A87-809C-A8A3-D874E5CDC697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4B285602-B72E-747D-99D5-2455ABA16F85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75695DAC-D5E3-F60B-4C7D-4178528ECD21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27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C868-D9AA-CB66-EAD5-CEE0B3364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104F07E1-CE17-BE1D-6D37-8A1BEF15D2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7" name="Demi-cadre 6">
            <a:extLst>
              <a:ext uri="{FF2B5EF4-FFF2-40B4-BE49-F238E27FC236}">
                <a16:creationId xmlns:a16="http://schemas.microsoft.com/office/drawing/2014/main" id="{C812F5BD-3057-BE71-F0DA-869FD096DE17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5C42B-2DA4-0996-530B-69FBCD685B21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03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DÉMARCHE &amp; MÉTHODOLOGIE</a:t>
            </a: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EC74E62C-8788-5E87-79A4-70D2A65AE930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B1B8EA64-67E7-A873-7C45-462EF7BB32E1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85D3EE26-C2D9-7C0A-0041-7907C3D90437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Forme en L 1">
            <a:extLst>
              <a:ext uri="{FF2B5EF4-FFF2-40B4-BE49-F238E27FC236}">
                <a16:creationId xmlns:a16="http://schemas.microsoft.com/office/drawing/2014/main" id="{23BF1439-9E3B-E844-2370-469827C18917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</p:spTree>
    <p:extLst>
      <p:ext uri="{BB962C8B-B14F-4D97-AF65-F5344CB8AC3E}">
        <p14:creationId xmlns:p14="http://schemas.microsoft.com/office/powerpoint/2010/main" val="240536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03 · DÉMARCHE &amp; MÉTHODOLOGIE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Du recadrage du sujet à la démarche DMAIC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585166" y="1620533"/>
            <a:ext cx="5510834" cy="333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2500"/>
          </a:bodyPr>
          <a:lstStyle/>
          <a:p>
            <a:pPr>
              <a:spcAft>
                <a:spcPts val="1000"/>
              </a:spcAft>
            </a:pPr>
            <a:r>
              <a:rPr lang="fr-MA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Recadrage du sujet</a:t>
            </a:r>
          </a:p>
          <a:p>
            <a:pPr>
              <a:spcAft>
                <a:spcPts val="1000"/>
              </a:spcAft>
            </a:pPr>
            <a:r>
              <a:rPr lang="fr-MA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diagnostic terrain au choix méthodologique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sujet initial ( Théorie des graphes / Programmation linéaire) visait l'optimisation des flux du </a:t>
            </a:r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L'absence d'un diagnostic chiffré de fiabilité, malgré un registre d'incidents détaillé au dispatching, a justifié un recentrage vers une démarche </a:t>
            </a:r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DMAIC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fr-MA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perspective conservée, pas abandonnée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théorie des graphes et la programmation linéaire restent mobilisables, pour l'aide à la décision budgétaire</a:t>
            </a:r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9E4AF-3526-45B9-7F4F-EEAF1615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12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B6BFBA-A1A6-8BA2-361D-6BFA81FD9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4" b="8844"/>
          <a:stretch/>
        </p:blipFill>
        <p:spPr>
          <a:xfrm>
            <a:off x="6248400" y="1627419"/>
            <a:ext cx="5257800" cy="32458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77CCD3E-4317-E60F-36E1-6805E5280204}"/>
              </a:ext>
            </a:extLst>
          </p:cNvPr>
          <p:cNvSpPr txBox="1"/>
          <p:nvPr/>
        </p:nvSpPr>
        <p:spPr>
          <a:xfrm>
            <a:off x="7602198" y="5083886"/>
            <a:ext cx="255020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de maillage Bissegué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A478E57C-367E-E15D-6FFA-6465F607A1B6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30849D95-A1B4-E4CC-346D-617F534C5C82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1D326E34-19B6-8233-AAD0-2845D2AA52AB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E812A0E6-9464-49FE-30F7-4A4DF70368D2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2636B56F-DD0F-4C27-44E6-E83296F5C717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4" name="Flèche : chevron 13">
              <a:extLst>
                <a:ext uri="{FF2B5EF4-FFF2-40B4-BE49-F238E27FC236}">
                  <a16:creationId xmlns:a16="http://schemas.microsoft.com/office/drawing/2014/main" id="{D05B5E8F-4A10-CE5F-6075-2B390182D5AF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825E3-E7AF-2A5E-1579-380B45750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EDDA3A41-0E8A-1CE6-2319-0C9376C3A517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03 · DÉMARCHE &amp; MÉTHODOLOGIE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FFD77DA-3FFB-92D7-362B-6470BBFB1C6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133348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MA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Le DMAIC : Démarche d'amélioration continue pour piloter l'optimisation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286FDF05-13E1-5DEA-CE4E-692CEDA25B01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20BFE1-5C0E-4D01-609D-D9E20DC3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13</a:t>
            </a:fld>
            <a:endParaRPr lang="fr-FR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12C68D3-7E38-9E4D-210C-8D05DE2E23ED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8" name="Flèche : pentagone 17">
              <a:extLst>
                <a:ext uri="{FF2B5EF4-FFF2-40B4-BE49-F238E27FC236}">
                  <a16:creationId xmlns:a16="http://schemas.microsoft.com/office/drawing/2014/main" id="{3354A20B-B1F5-4884-FEED-83D411418612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84B1829C-0D1D-CDEC-E214-E1793107244C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20" name="Flèche : chevron 19">
              <a:extLst>
                <a:ext uri="{FF2B5EF4-FFF2-40B4-BE49-F238E27FC236}">
                  <a16:creationId xmlns:a16="http://schemas.microsoft.com/office/drawing/2014/main" id="{44E72896-546E-60FD-5987-8A649DE2F837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21" name="Flèche : chevron 20">
              <a:extLst>
                <a:ext uri="{FF2B5EF4-FFF2-40B4-BE49-F238E27FC236}">
                  <a16:creationId xmlns:a16="http://schemas.microsoft.com/office/drawing/2014/main" id="{B8A5E11B-7415-EB2D-4B3C-61073892A751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22" name="Flèche : chevron 21">
              <a:extLst>
                <a:ext uri="{FF2B5EF4-FFF2-40B4-BE49-F238E27FC236}">
                  <a16:creationId xmlns:a16="http://schemas.microsoft.com/office/drawing/2014/main" id="{4F3023D2-D355-E51F-AF3E-FC5EE4905967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graphicFrame>
        <p:nvGraphicFramePr>
          <p:cNvPr id="24" name="Diagramme 23">
            <a:extLst>
              <a:ext uri="{FF2B5EF4-FFF2-40B4-BE49-F238E27FC236}">
                <a16:creationId xmlns:a16="http://schemas.microsoft.com/office/drawing/2014/main" id="{345B7683-D10C-81FB-90DC-347B32EFEF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310100"/>
              </p:ext>
            </p:extLst>
          </p:nvPr>
        </p:nvGraphicFramePr>
        <p:xfrm>
          <a:off x="2943860" y="1371601"/>
          <a:ext cx="6817360" cy="4628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548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0CBE152-7B45-5AD6-3458-BB9AC4CD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14</a:t>
            </a:fld>
            <a:endParaRPr lang="fr-FR" dirty="0"/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370038"/>
              </p:ext>
            </p:extLst>
          </p:nvPr>
        </p:nvGraphicFramePr>
        <p:xfrm>
          <a:off x="2611120" y="1638299"/>
          <a:ext cx="6969760" cy="4047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2" name="Rule">
            <a:extLst>
              <a:ext uri="{FF2B5EF4-FFF2-40B4-BE49-F238E27FC236}">
                <a16:creationId xmlns:a16="http://schemas.microsoft.com/office/drawing/2014/main" id="{7848E89E-BABA-6A2B-25FE-55D06A597F53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14" name="Title">
            <a:extLst>
              <a:ext uri="{FF2B5EF4-FFF2-40B4-BE49-F238E27FC236}">
                <a16:creationId xmlns:a16="http://schemas.microsoft.com/office/drawing/2014/main" id="{994643A3-9E7A-2C64-61AA-6C24E2E1267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MA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Diagramme de Gantt prévisionnel du PFE</a:t>
            </a:r>
          </a:p>
        </p:txBody>
      </p:sp>
      <p:sp>
        <p:nvSpPr>
          <p:cNvPr id="15" name="Kicker">
            <a:extLst>
              <a:ext uri="{FF2B5EF4-FFF2-40B4-BE49-F238E27FC236}">
                <a16:creationId xmlns:a16="http://schemas.microsoft.com/office/drawing/2014/main" id="{4C69A819-C313-1AEE-5AA3-B79D4D506DA8}"/>
              </a:ext>
            </a:extLst>
          </p:cNvPr>
          <p:cNvSpPr/>
          <p:nvPr/>
        </p:nvSpPr>
        <p:spPr>
          <a:xfrm>
            <a:off x="685800" y="274320"/>
            <a:ext cx="338836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03 · DÉMARCHE &amp; MÉTHODOLOGIE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CC83AA2A-2B36-D86C-16B7-0D62520ADC26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7D3F97B4-A5A2-7B4B-E33C-45EB7D2D826F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D6F6208C-94E6-6D69-06DB-CB49E987F673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07369900-9A17-88EE-AAFD-24208371E0B5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20" name="Flèche : chevron 19">
              <a:extLst>
                <a:ext uri="{FF2B5EF4-FFF2-40B4-BE49-F238E27FC236}">
                  <a16:creationId xmlns:a16="http://schemas.microsoft.com/office/drawing/2014/main" id="{8DE6C3A2-BC7B-FCEB-0D85-64CCC4B89A0E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21" name="Flèche : chevron 20">
              <a:extLst>
                <a:ext uri="{FF2B5EF4-FFF2-40B4-BE49-F238E27FC236}">
                  <a16:creationId xmlns:a16="http://schemas.microsoft.com/office/drawing/2014/main" id="{B3BA669D-972B-98D6-05BB-8AE4479A40CC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858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Hiérarchisation par analyse de Pareto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614681" y="1584959"/>
            <a:ext cx="5775728" cy="3568929"/>
          </a:xfrm>
          <a:prstGeom prst="rect">
            <a:avLst/>
          </a:prstGeo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de Pareto ENS par poste source, réalisée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l'onglet DONNEES INC, après normalisation des noms de poste (accents/casse) et vérification du total (44 758 MWh).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Trois postes — Ambowé, Bellevue et Owendo — concentrent 76% de l’END totale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ce sont eux qu'il faut prioriser pour les actions de fiabilisation.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Bissegué n'apparaît pas dans ce classement : c'est un nœud de répartition (transit), pas un poste source alimentant des départs — sa criticité se démontrera via le Pareto équipement (fréquence d'événements), pas via l’END.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0269FF-ECEC-CBED-9CD5-3095ABE0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15</a:t>
            </a:fld>
            <a:endParaRPr lang="fr-FR"/>
          </a:p>
        </p:txBody>
      </p:sp>
      <p:pic>
        <p:nvPicPr>
          <p:cNvPr id="60" name="Pareto Poste Chart"/>
          <p:cNvPicPr>
            <a:picLocks noChangeAspect="1"/>
          </p:cNvPicPr>
          <p:nvPr/>
        </p:nvPicPr>
        <p:blipFill>
          <a:blip r:embed="rId2"/>
          <a:srcRect l="2463" t="4239" r="1706" b="2686"/>
          <a:stretch>
            <a:fillRect/>
          </a:stretch>
        </p:blipFill>
        <p:spPr>
          <a:xfrm>
            <a:off x="6685800" y="1523998"/>
            <a:ext cx="5024755" cy="3276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6E89BA1-4C4D-DF42-9466-311BCE26BFAC}"/>
              </a:ext>
            </a:extLst>
          </p:cNvPr>
          <p:cNvSpPr txBox="1"/>
          <p:nvPr/>
        </p:nvSpPr>
        <p:spPr>
          <a:xfrm>
            <a:off x="8211040" y="5001393"/>
            <a:ext cx="197427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par Poste 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5EADD42-9272-2B54-10DE-103E6535FD73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0DE0EAA4-E4B0-1B5D-A513-38E8DA5674A0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48328806-3C9F-A93F-C0A3-8E004AB33C4A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DC1E8782-1ADD-964C-70E4-BD213F9B603A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21AA8E07-CD02-9E31-8BEE-12E51D9A6293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E52B9AC4-2AE7-D499-9C44-512E48250F02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sp>
        <p:nvSpPr>
          <p:cNvPr id="9" name="Kicker">
            <a:extLst>
              <a:ext uri="{FF2B5EF4-FFF2-40B4-BE49-F238E27FC236}">
                <a16:creationId xmlns:a16="http://schemas.microsoft.com/office/drawing/2014/main" id="{0F179EBC-534F-E202-EE2F-F8C8E9583864}"/>
              </a:ext>
            </a:extLst>
          </p:cNvPr>
          <p:cNvSpPr/>
          <p:nvPr/>
        </p:nvSpPr>
        <p:spPr>
          <a:xfrm>
            <a:off x="685800" y="274320"/>
            <a:ext cx="338836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03 · DÉMARCHE &amp; MÉTHODOLOGIE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Pareto par équipement (EVENEMENTS)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614681" y="1584959"/>
            <a:ext cx="4986020" cy="39624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de Pareto par nombre d'occurrences, réalisée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l'onglet EVENEMENTS (120 événements, une ligne = une panne réelle, sans doublon de propagation).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câbles (CAB, 34%) et les groupes de production (Groupe, 14%) concentrent à eux seuls 48% des événements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ce sont les familles d'équipements à cibler en priorité dans l'AMDEC.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Pareto répond à une question différente du précédent : où se concentrent les défaillances (fréquence), pas où se concentre l'impact énergétique (ENS).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0269FF-ECEC-CBED-9CD5-3095ABE0E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16</a:t>
            </a:fld>
            <a:endParaRPr lang="fr-FR"/>
          </a:p>
        </p:txBody>
      </p:sp>
      <p:pic>
        <p:nvPicPr>
          <p:cNvPr id="60" name="Pareto Poste Chart"/>
          <p:cNvPicPr>
            <a:picLocks noChangeAspect="1"/>
          </p:cNvPicPr>
          <p:nvPr/>
        </p:nvPicPr>
        <p:blipFill>
          <a:blip r:embed="rId2"/>
          <a:srcRect l="1192" t="2614" r="1334" b="2555"/>
          <a:stretch>
            <a:fillRect/>
          </a:stretch>
        </p:blipFill>
        <p:spPr>
          <a:xfrm>
            <a:off x="5943600" y="1745673"/>
            <a:ext cx="5777345" cy="3470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2F4501B-C0F7-2471-AEA6-77E9D4A81B43}"/>
              </a:ext>
            </a:extLst>
          </p:cNvPr>
          <p:cNvSpPr txBox="1"/>
          <p:nvPr/>
        </p:nvSpPr>
        <p:spPr>
          <a:xfrm>
            <a:off x="7460672" y="5401572"/>
            <a:ext cx="2743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 par Équipement 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57E2BB9-6758-1149-4AC5-FBE70A832E1E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FFAA70E0-2556-06B7-D090-0912E3A7FCF9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B8895C9A-65BF-BF37-1D3E-9984AB9FB45D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F6137C60-066A-B398-5C05-3F8BB1702E2D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0BF5DE93-82E9-5D07-63F9-F5CA6AD734EE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24C9BB1D-F418-DFB2-EF12-DCDF41E8E974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sp>
        <p:nvSpPr>
          <p:cNvPr id="9" name="Kicker">
            <a:extLst>
              <a:ext uri="{FF2B5EF4-FFF2-40B4-BE49-F238E27FC236}">
                <a16:creationId xmlns:a16="http://schemas.microsoft.com/office/drawing/2014/main" id="{0C4ABA24-C40A-26B7-9F67-3717FE78412F}"/>
              </a:ext>
            </a:extLst>
          </p:cNvPr>
          <p:cNvSpPr/>
          <p:nvPr/>
        </p:nvSpPr>
        <p:spPr>
          <a:xfrm>
            <a:off x="685800" y="274320"/>
            <a:ext cx="338836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03 · DÉMARCHE &amp; MÉTHODOLOGIE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1CD2-37A9-D7B1-8E96-38C63135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20583C0C-912A-5D0D-948D-B39E277B301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7" name="Demi-cadre 6">
            <a:extLst>
              <a:ext uri="{FF2B5EF4-FFF2-40B4-BE49-F238E27FC236}">
                <a16:creationId xmlns:a16="http://schemas.microsoft.com/office/drawing/2014/main" id="{C4A6E36A-07AD-F85B-750B-8F6747708C5C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F1C8E2-24F4-233F-D316-AE9F4B9D3974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&amp; MODÉLISATION</a:t>
            </a: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C7271CA3-5393-8057-63D8-D0AE14954FD0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10028DE6-0BC9-CE96-3A78-CC1B0C1DB2AB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FAFE9685-91E6-4DA8-4629-A15FE4788592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Forme en L 1">
            <a:extLst>
              <a:ext uri="{FF2B5EF4-FFF2-40B4-BE49-F238E27FC236}">
                <a16:creationId xmlns:a16="http://schemas.microsoft.com/office/drawing/2014/main" id="{86F18850-994D-52A8-0F73-C27422F87FA5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</p:spTree>
    <p:extLst>
      <p:ext uri="{BB962C8B-B14F-4D97-AF65-F5344CB8AC3E}">
        <p14:creationId xmlns:p14="http://schemas.microsoft.com/office/powerpoint/2010/main" val="367198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Indicateurs de fiabilité et de maintenabilité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685799" y="1493520"/>
            <a:ext cx="6456681" cy="3830318"/>
          </a:xfrm>
          <a:prstGeom prst="rect">
            <a:avLst/>
          </a:prstGeom>
          <a:solidFill>
            <a:srgbClr val="104862"/>
          </a:solidFill>
          <a:ln>
            <a:solidFill>
              <a:schemeClr val="bg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000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Cadre stochastique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Temps de bon fonctionnement modélisés par une loi exponentielle </a:t>
            </a:r>
          </a:p>
          <a:p>
            <a:pPr>
              <a:spcAft>
                <a:spcPts val="1000"/>
              </a:spcAft>
            </a:pP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(processus de Poisson, taux de défaillance </a:t>
            </a: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constant).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Indicateurs construits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800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emps moyen entre défaillances 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MTBF</a:t>
            </a: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1000"/>
              </a:spcAft>
            </a:pPr>
            <a:endParaRPr lang="fr-FR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800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emps moyen de réparation </a:t>
            </a: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MTTR</a:t>
            </a: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endParaRPr lang="fr-FR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 :</a:t>
            </a: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endParaRPr lang="fr-FR" sz="1800" dirty="0">
              <a:solidFill>
                <a:srgbClr val="4A9BB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Énergie Non Distribuée 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</a:t>
            </a:r>
            <a:r>
              <a:rPr lang="fr-FR" b="1" dirty="0">
                <a:solidFill>
                  <a:srgbClr val="4A9BB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Puissance coupée × Durée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6F93A-4CCE-C6A0-84DA-040FB296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CF70958-AB5B-93DE-5250-2947CEDE02A4}"/>
                  </a:ext>
                </a:extLst>
              </p:cNvPr>
              <p:cNvSpPr txBox="1"/>
              <p:nvPr/>
            </p:nvSpPr>
            <p:spPr>
              <a:xfrm>
                <a:off x="4542051" y="3408679"/>
                <a:ext cx="1153945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fr-FR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TTR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fr-FR" i="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BCF70958-AB5B-93DE-5250-2947CEDE0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051" y="3408679"/>
                <a:ext cx="1153945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6602028-2336-4AD3-E33C-CC49294F145B}"/>
                  </a:ext>
                </a:extLst>
              </p:cNvPr>
              <p:cNvSpPr txBox="1"/>
              <p:nvPr/>
            </p:nvSpPr>
            <p:spPr>
              <a:xfrm>
                <a:off x="2888927" y="4039503"/>
                <a:ext cx="1153945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MTBF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MTBF + MTTR</m:t>
                          </m:r>
                          <m:r>
                            <m:rPr>
                              <m:nor/>
                            </m:rPr>
                            <a:rPr lang="fr-FR" i="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6602028-2336-4AD3-E33C-CC49294F1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927" y="4039503"/>
                <a:ext cx="1153945" cy="523157"/>
              </a:xfrm>
              <a:prstGeom prst="rect">
                <a:avLst/>
              </a:prstGeom>
              <a:blipFill>
                <a:blip r:embed="rId3"/>
                <a:stretch>
                  <a:fillRect l="-529" r="-31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D4310A09-D399-B822-84E8-AB396959ACF2}"/>
                  </a:ext>
                </a:extLst>
              </p:cNvPr>
              <p:cNvSpPr txBox="1"/>
              <p:nvPr/>
            </p:nvSpPr>
            <p:spPr>
              <a:xfrm>
                <a:off x="4788847" y="2720381"/>
                <a:ext cx="1153945" cy="523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fr-FR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fr-FR" i="0" dirty="0" smtClean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TBF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fr-FR" i="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D4310A09-D399-B822-84E8-AB396959A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847" y="2720381"/>
                <a:ext cx="1153945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129D44BC-AA78-E004-A9C7-060B982A063D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7" name="Flèche : pentagone 16">
              <a:extLst>
                <a:ext uri="{FF2B5EF4-FFF2-40B4-BE49-F238E27FC236}">
                  <a16:creationId xmlns:a16="http://schemas.microsoft.com/office/drawing/2014/main" id="{6FD14311-FABA-B7E9-5F0A-C83623759EE4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5BDD2D60-A596-3BCB-AEF3-1D9B9E724E5A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16165FC1-9EBC-0780-7AC8-ADCE96A68059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20" name="Flèche : chevron 19">
              <a:extLst>
                <a:ext uri="{FF2B5EF4-FFF2-40B4-BE49-F238E27FC236}">
                  <a16:creationId xmlns:a16="http://schemas.microsoft.com/office/drawing/2014/main" id="{4115A5AE-2806-6B63-7C13-9F4CFFC47252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21" name="Flèche : chevron 20">
              <a:extLst>
                <a:ext uri="{FF2B5EF4-FFF2-40B4-BE49-F238E27FC236}">
                  <a16:creationId xmlns:a16="http://schemas.microsoft.com/office/drawing/2014/main" id="{9F2ED388-D0A5-19E7-7EBE-7DC43BA0FB60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CF3B3F-A2B2-8C11-DB36-99D8BF3E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19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F1FEEAF-E28A-8744-FEB3-EC0A245A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97"/>
          <a:stretch>
            <a:fillRect/>
          </a:stretch>
        </p:blipFill>
        <p:spPr>
          <a:xfrm>
            <a:off x="1880755" y="1868992"/>
            <a:ext cx="8780318" cy="41019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8E0D91F1-0A3D-7731-B9D9-20DC4A4B0212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MA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Indicateurs de fiabilité et de maintenabilité</a:t>
            </a: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34E38DA8-FE03-1340-1B99-DFC788726373}"/>
              </a:ext>
            </a:extLst>
          </p:cNvPr>
          <p:cNvSpPr/>
          <p:nvPr/>
        </p:nvSpPr>
        <p:spPr>
          <a:xfrm>
            <a:off x="685800" y="1411797"/>
            <a:ext cx="9547860" cy="457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Événements du RIC et Travaux</a:t>
            </a:r>
          </a:p>
        </p:txBody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41083766-4C2A-AD9C-FDEE-AFBB2F4F66F5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cxnSp>
        <p:nvCxnSpPr>
          <p:cNvPr id="7" name="Rule">
            <a:extLst>
              <a:ext uri="{FF2B5EF4-FFF2-40B4-BE49-F238E27FC236}">
                <a16:creationId xmlns:a16="http://schemas.microsoft.com/office/drawing/2014/main" id="{1C0A4612-1507-DBBD-9407-2656469447D8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F911905-943E-8A04-59CD-8529305E2783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1D5CEAAD-F4BA-1007-DDA2-0A62EDAD24F5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E8F50470-B6B3-B1C8-C0F1-5DEFED75B998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7724D1BF-C14B-01F4-B64C-41914546050E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6F03A15B-1414-8457-B823-4E0819651F9E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5E758DCD-C81A-AF85-952A-0C9AC9F9C471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073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9F7C-20A6-97F9-2CBB-F8FD8B86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56C43E28-B8A8-9864-F63E-E134F7ACCC9C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1AB035C-E943-C512-527E-B26D6558B26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Indicateurs de fiabilité et de maintenabilité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BC5A1E9E-6EAF-FAA4-925D-AFB23E2074D1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676DBD-F30B-3231-DE00-0FA2B088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20</a:t>
            </a:fld>
            <a:endParaRPr lang="fr-FR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FBF20DB8-4708-1281-5A9E-75FAB923BBA9}"/>
              </a:ext>
            </a:extLst>
          </p:cNvPr>
          <p:cNvSpPr/>
          <p:nvPr/>
        </p:nvSpPr>
        <p:spPr>
          <a:xfrm>
            <a:off x="685800" y="1371601"/>
            <a:ext cx="9547860" cy="45719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 </a:t>
            </a:r>
            <a:r>
              <a:rPr lang="fr-FR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réel de la Disponibilité des équipements</a:t>
            </a:r>
            <a:endParaRPr lang="fr-MA" sz="2000" b="1" dirty="0">
              <a:solidFill>
                <a:srgbClr val="1048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fr-FR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A4DBAC-EB10-305A-F388-FF879696CEC5}"/>
              </a:ext>
            </a:extLst>
          </p:cNvPr>
          <p:cNvSpPr txBox="1"/>
          <p:nvPr/>
        </p:nvSpPr>
        <p:spPr>
          <a:xfrm>
            <a:off x="685799" y="1778170"/>
            <a:ext cx="4411373" cy="35394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MTBF — écarts calendaires entre événements</a:t>
            </a:r>
          </a:p>
          <a:p>
            <a:endParaRPr lang="fr-FR" sz="14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Écart 1 → 2 : 16/05/2026 → 25/05/2026 = 9 jours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Écart 2 → 3 : 25/05/2026 → 23/06/2026 = 29 jours</a:t>
            </a:r>
          </a:p>
          <a:p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Conversion en minutes :</a:t>
            </a:r>
          </a:p>
          <a:p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 × 24 × 60 = 12 960 min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29 × 24 × 60 = 41 760 min</a:t>
            </a:r>
          </a:p>
          <a:p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Moyenne :</a:t>
            </a:r>
          </a:p>
          <a:p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MTBF = (12 960 + 41 760) / 2 = 54 720 / 2 = 27 360 min = 456 h ≈ 19 jours</a:t>
            </a:r>
          </a:p>
          <a:p>
            <a:endParaRPr lang="fr-FR" sz="14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F9FF087-D6CB-E737-E022-28A0882D0773}"/>
              </a:ext>
            </a:extLst>
          </p:cNvPr>
          <p:cNvSpPr txBox="1"/>
          <p:nvPr/>
        </p:nvSpPr>
        <p:spPr>
          <a:xfrm>
            <a:off x="5702444" y="1956652"/>
            <a:ext cx="5816311" cy="18158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TTR — formule et vérification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durée = </a:t>
            </a:r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TTR = Δheure = Heure_fin − Heure_début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sur l'événement 1 (ordre correct : Fin − Début, jamais l'inverse) :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TTR = (13h50 − 11h28) × 60 = 2h22min × 60 = 142 min </a:t>
            </a:r>
          </a:p>
          <a:p>
            <a:endParaRPr lang="fr-FR" sz="1400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MTTR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MTTR = ΣTTR / n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MTTR = (142 + 37 + 38) / 3 = 217 / 3 = 72,3 min = 1,205 h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FD3D404-DC05-F56B-D910-2B2A46A7CD3D}"/>
              </a:ext>
            </a:extLst>
          </p:cNvPr>
          <p:cNvSpPr txBox="1"/>
          <p:nvPr/>
        </p:nvSpPr>
        <p:spPr>
          <a:xfrm>
            <a:off x="6682004" y="4540467"/>
            <a:ext cx="4411373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400" b="1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 et indisponibilité</a:t>
            </a:r>
          </a:p>
          <a:p>
            <a:endParaRPr lang="fr-FR" sz="1400" b="1" kern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MTBF / (MTBF + MTTR)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= 456 / (456 + 1,205) = 456 / 457,205 = 0,9974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≈ 99,74 %</a:t>
            </a:r>
          </a:p>
          <a:p>
            <a:r>
              <a:rPr lang="fr-FR" sz="1400" kern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 = 1 − A = 1 − 0,9974 = 0,0026 ≈ 0,26 %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43B7EAE-55EF-FB83-7448-581CABAC1C7E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6" name="Flèche : pentagone 15">
              <a:extLst>
                <a:ext uri="{FF2B5EF4-FFF2-40B4-BE49-F238E27FC236}">
                  <a16:creationId xmlns:a16="http://schemas.microsoft.com/office/drawing/2014/main" id="{D5DC4A3D-8926-801F-F23B-18034078F9A7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65DFAEB3-D7B8-BACD-0BBE-513B35429962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525DBC18-CCED-A0B3-D280-623EA35BA484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7D4B17F8-DEC8-0F4C-C9FC-9D0C3E4DF8DF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20" name="Flèche : chevron 19">
              <a:extLst>
                <a:ext uri="{FF2B5EF4-FFF2-40B4-BE49-F238E27FC236}">
                  <a16:creationId xmlns:a16="http://schemas.microsoft.com/office/drawing/2014/main" id="{5CE5F526-2ED7-A644-54F1-558A790EB2CD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667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83F5-063B-A8F7-3E91-437FC628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BF17AF93-E124-C00E-26FC-5BB43B391911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93861C5-A10E-AC0E-C208-34D61C95DF33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Indicateurs de fiabilité et de maintenabilité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90BAA81A-C90B-2E92-EBE0-E3BD2DBC7291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81D010-A2CD-E3B8-8DFD-8F952913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21</a:t>
            </a:fld>
            <a:endParaRPr lang="fr-FR"/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9F2C00CB-4204-84F3-7F34-7F34A7526EE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527549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210392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90108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86471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9386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Intervalle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Écart calendaire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 (× 24 × 60)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TBF (min)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12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Événement 1 →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jours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× 1 440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12 960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71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Événement 2 →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jours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× 1 440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41 760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843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 TBF</a:t>
                      </a:r>
                      <a:endParaRPr lang="fr-FR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54 720</a:t>
                      </a:r>
                      <a:endParaRPr lang="fr-FR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377767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D7042987-3E2C-50F7-A036-3306F79EE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18946"/>
              </p:ext>
            </p:extLst>
          </p:nvPr>
        </p:nvGraphicFramePr>
        <p:xfrm>
          <a:off x="685800" y="2004695"/>
          <a:ext cx="10515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08148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699514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530440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010545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6910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TTR (min)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00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16/05/2026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11:28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13:50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94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25/05/2026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12:34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13:11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70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23/06/2026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12:58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948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>
                        <a:solidFill>
                          <a:srgbClr val="10486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>
                        <a:solidFill>
                          <a:srgbClr val="10486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>
                        <a:solidFill>
                          <a:srgbClr val="10486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 TTR</a:t>
                      </a:r>
                      <a:endParaRPr lang="fr-FR" dirty="0">
                        <a:solidFill>
                          <a:srgbClr val="10486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rgbClr val="10486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</a:t>
                      </a:r>
                      <a:endParaRPr lang="fr-FR" dirty="0">
                        <a:solidFill>
                          <a:srgbClr val="10486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398911"/>
                  </a:ext>
                </a:extLst>
              </a:tr>
            </a:tbl>
          </a:graphicData>
        </a:graphic>
      </p:graphicFrame>
      <p:sp>
        <p:nvSpPr>
          <p:cNvPr id="7" name="Content">
            <a:extLst>
              <a:ext uri="{FF2B5EF4-FFF2-40B4-BE49-F238E27FC236}">
                <a16:creationId xmlns:a16="http://schemas.microsoft.com/office/drawing/2014/main" id="{0EC0E739-219D-50BD-A50F-1CDC8160AE92}"/>
              </a:ext>
            </a:extLst>
          </p:cNvPr>
          <p:cNvSpPr/>
          <p:nvPr/>
        </p:nvSpPr>
        <p:spPr>
          <a:xfrm>
            <a:off x="685800" y="1371601"/>
            <a:ext cx="9547860" cy="45719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1 — Événements et TTR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fr-FR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B08727CC-726E-7BBE-F528-F9FA1B38F96E}"/>
              </a:ext>
            </a:extLst>
          </p:cNvPr>
          <p:cNvSpPr/>
          <p:nvPr/>
        </p:nvSpPr>
        <p:spPr>
          <a:xfrm>
            <a:off x="685800" y="3933190"/>
            <a:ext cx="9547860" cy="45719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2 — Écarts entre événements ( TBF 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fr-FR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CDDE4EA-1D23-A220-3DA6-78994798A91E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8" name="Flèche : pentagone 7">
              <a:extLst>
                <a:ext uri="{FF2B5EF4-FFF2-40B4-BE49-F238E27FC236}">
                  <a16:creationId xmlns:a16="http://schemas.microsoft.com/office/drawing/2014/main" id="{29276F32-DE1F-8FB9-E3C1-79538A5593FA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0" name="Flèche : chevron 9">
              <a:extLst>
                <a:ext uri="{FF2B5EF4-FFF2-40B4-BE49-F238E27FC236}">
                  <a16:creationId xmlns:a16="http://schemas.microsoft.com/office/drawing/2014/main" id="{C5C5ABD6-93DC-9BF6-F373-182478412098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95008C4D-E2C9-506A-80B1-7590F697F860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38009FA3-D1BC-FEFA-481F-61154A52CBCA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30009C74-76E3-2C3E-78BE-944408D19513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233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CAC6-06E3-C1BA-83AF-BA43D3EC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>
            <a:extLst>
              <a:ext uri="{FF2B5EF4-FFF2-40B4-BE49-F238E27FC236}">
                <a16:creationId xmlns:a16="http://schemas.microsoft.com/office/drawing/2014/main" id="{085A4EFA-ADE5-F552-9423-1DBB065BCD17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DD8642D-E51D-A45F-2478-B6A00272BC8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Indicateurs de fiabilité et de maintenabilité</a:t>
            </a:r>
          </a:p>
        </p:txBody>
      </p:sp>
      <p:cxnSp>
        <p:nvCxnSpPr>
          <p:cNvPr id="4" name="Rule">
            <a:extLst>
              <a:ext uri="{FF2B5EF4-FFF2-40B4-BE49-F238E27FC236}">
                <a16:creationId xmlns:a16="http://schemas.microsoft.com/office/drawing/2014/main" id="{7A8986E2-2340-0A32-8F09-CF0B292CEAEB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884913-3AA2-BAC7-2CA3-89585BF2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22</a:t>
            </a:fld>
            <a:endParaRPr lang="fr-FR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4DE4591A-2ACE-1096-31F2-BD09FC898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071149"/>
              </p:ext>
            </p:extLst>
          </p:nvPr>
        </p:nvGraphicFramePr>
        <p:xfrm>
          <a:off x="723900" y="2514600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652898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223664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47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Résultat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6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 /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72,3 min</a:t>
                      </a: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(1,205 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0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MTBF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54 720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27 360 min</a:t>
                      </a: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(456 h ≈ 19 j)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0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Disponibilité (A)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456 / 457,205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99,74 %</a:t>
                      </a:r>
                      <a:endParaRPr lang="fr-FR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95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Indisponibilité (U)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1 − 0,9974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0,26 %</a:t>
                      </a:r>
                      <a:endParaRPr lang="fr-FR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438557"/>
                  </a:ext>
                </a:extLst>
              </a:tr>
            </a:tbl>
          </a:graphicData>
        </a:graphic>
      </p:graphicFrame>
      <p:sp>
        <p:nvSpPr>
          <p:cNvPr id="7" name="Content">
            <a:extLst>
              <a:ext uri="{FF2B5EF4-FFF2-40B4-BE49-F238E27FC236}">
                <a16:creationId xmlns:a16="http://schemas.microsoft.com/office/drawing/2014/main" id="{D349F35D-E950-53B2-0712-D5022293B206}"/>
              </a:ext>
            </a:extLst>
          </p:cNvPr>
          <p:cNvSpPr/>
          <p:nvPr/>
        </p:nvSpPr>
        <p:spPr>
          <a:xfrm>
            <a:off x="685800" y="1684023"/>
            <a:ext cx="9547860" cy="4571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MA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3 — Indicateurs calculés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12E1D41-E668-E373-CF63-33AF0FC1D353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4" name="Flèche : pentagone 13">
              <a:extLst>
                <a:ext uri="{FF2B5EF4-FFF2-40B4-BE49-F238E27FC236}">
                  <a16:creationId xmlns:a16="http://schemas.microsoft.com/office/drawing/2014/main" id="{D9EF4A86-D694-01F7-BD79-62ECF0763481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5" name="Flèche : chevron 14">
              <a:extLst>
                <a:ext uri="{FF2B5EF4-FFF2-40B4-BE49-F238E27FC236}">
                  <a16:creationId xmlns:a16="http://schemas.microsoft.com/office/drawing/2014/main" id="{0EF5E4FF-9FCA-44EA-D623-8C3585E9EABC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C3BC6751-1AB3-67A7-E8BC-A3CE52DFD6D0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58B9F1F2-0485-2F82-EEA2-D2F743A21CDC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C14C83B3-7697-CFFD-DA05-2FA1D9346084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105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F9ED24-17C7-C56E-110E-36C3EBAD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44" name="Picture 1" descr="A blue line in a black background&#10;&#10;Description automatically generated">
            <a:extLst>
              <a:ext uri="{FF2B5EF4-FFF2-40B4-BE49-F238E27FC236}">
                <a16:creationId xmlns:a16="http://schemas.microsoft.com/office/drawing/2014/main" id="{FAAB308D-48F0-0FAD-F397-8DA734E35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52" y="2554846"/>
            <a:ext cx="10443188" cy="21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0" name="Oval 3">
            <a:extLst>
              <a:ext uri="{FF2B5EF4-FFF2-40B4-BE49-F238E27FC236}">
                <a16:creationId xmlns:a16="http://schemas.microsoft.com/office/drawing/2014/main" id="{D2ADC36C-3562-583A-04C2-08910A029D14}"/>
              </a:ext>
            </a:extLst>
          </p:cNvPr>
          <p:cNvSpPr>
            <a:spLocks noChangeAspect="1"/>
          </p:cNvSpPr>
          <p:nvPr/>
        </p:nvSpPr>
        <p:spPr>
          <a:xfrm>
            <a:off x="2182931" y="3452223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1" name="Oval 4">
            <a:extLst>
              <a:ext uri="{FF2B5EF4-FFF2-40B4-BE49-F238E27FC236}">
                <a16:creationId xmlns:a16="http://schemas.microsoft.com/office/drawing/2014/main" id="{CFF63455-8F40-7FD7-6583-D6E57C852B38}"/>
              </a:ext>
            </a:extLst>
          </p:cNvPr>
          <p:cNvSpPr>
            <a:spLocks noChangeAspect="1"/>
          </p:cNvSpPr>
          <p:nvPr/>
        </p:nvSpPr>
        <p:spPr>
          <a:xfrm>
            <a:off x="2772846" y="3452223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2" name="Oval 5">
            <a:extLst>
              <a:ext uri="{FF2B5EF4-FFF2-40B4-BE49-F238E27FC236}">
                <a16:creationId xmlns:a16="http://schemas.microsoft.com/office/drawing/2014/main" id="{4B1C9D51-AF8E-9285-D553-92BD85695AAC}"/>
              </a:ext>
            </a:extLst>
          </p:cNvPr>
          <p:cNvSpPr>
            <a:spLocks noChangeAspect="1"/>
          </p:cNvSpPr>
          <p:nvPr/>
        </p:nvSpPr>
        <p:spPr>
          <a:xfrm>
            <a:off x="4504491" y="3452223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" name="Oval 6">
            <a:extLst>
              <a:ext uri="{FF2B5EF4-FFF2-40B4-BE49-F238E27FC236}">
                <a16:creationId xmlns:a16="http://schemas.microsoft.com/office/drawing/2014/main" id="{20D6C58E-259C-1DF3-8E7F-B94999A055F5}"/>
              </a:ext>
            </a:extLst>
          </p:cNvPr>
          <p:cNvSpPr>
            <a:spLocks noChangeAspect="1"/>
          </p:cNvSpPr>
          <p:nvPr/>
        </p:nvSpPr>
        <p:spPr>
          <a:xfrm>
            <a:off x="5105836" y="3452223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54" name="Straight Arrow Connector 7">
            <a:extLst>
              <a:ext uri="{FF2B5EF4-FFF2-40B4-BE49-F238E27FC236}">
                <a16:creationId xmlns:a16="http://schemas.microsoft.com/office/drawing/2014/main" id="{4233593F-13B2-EC76-A337-C1ED5406BFEF}"/>
              </a:ext>
            </a:extLst>
          </p:cNvPr>
          <p:cNvCxnSpPr>
            <a:cxnSpLocks/>
          </p:cNvCxnSpPr>
          <p:nvPr/>
        </p:nvCxnSpPr>
        <p:spPr>
          <a:xfrm flipV="1">
            <a:off x="2637433" y="3677013"/>
            <a:ext cx="368458" cy="2152824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5" name="Straight Arrow Connector 8">
            <a:extLst>
              <a:ext uri="{FF2B5EF4-FFF2-40B4-BE49-F238E27FC236}">
                <a16:creationId xmlns:a16="http://schemas.microsoft.com/office/drawing/2014/main" id="{81D84B7B-C8C9-0168-3166-E0EE8441F5FC}"/>
              </a:ext>
            </a:extLst>
          </p:cNvPr>
          <p:cNvCxnSpPr>
            <a:cxnSpLocks/>
          </p:cNvCxnSpPr>
          <p:nvPr/>
        </p:nvCxnSpPr>
        <p:spPr>
          <a:xfrm flipV="1">
            <a:off x="4900171" y="3677013"/>
            <a:ext cx="432360" cy="2152824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6" name="Straight Arrow Connector 9">
            <a:extLst>
              <a:ext uri="{FF2B5EF4-FFF2-40B4-BE49-F238E27FC236}">
                <a16:creationId xmlns:a16="http://schemas.microsoft.com/office/drawing/2014/main" id="{32CC00C0-903A-8DA6-C529-B353C1CCECD8}"/>
              </a:ext>
            </a:extLst>
          </p:cNvPr>
          <p:cNvCxnSpPr>
            <a:cxnSpLocks/>
          </p:cNvCxnSpPr>
          <p:nvPr/>
        </p:nvCxnSpPr>
        <p:spPr>
          <a:xfrm>
            <a:off x="1927026" y="1523620"/>
            <a:ext cx="488950" cy="2160378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7" name="Straight Arrow Connector 10">
            <a:extLst>
              <a:ext uri="{FF2B5EF4-FFF2-40B4-BE49-F238E27FC236}">
                <a16:creationId xmlns:a16="http://schemas.microsoft.com/office/drawing/2014/main" id="{0B43848A-2B19-4169-FB2E-6EDDCFCE57C0}"/>
              </a:ext>
            </a:extLst>
          </p:cNvPr>
          <p:cNvCxnSpPr>
            <a:cxnSpLocks/>
          </p:cNvCxnSpPr>
          <p:nvPr/>
        </p:nvCxnSpPr>
        <p:spPr>
          <a:xfrm>
            <a:off x="4247951" y="1555806"/>
            <a:ext cx="488950" cy="2128192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9" name="Snip Single Corner Rectangle 11">
            <a:extLst>
              <a:ext uri="{FF2B5EF4-FFF2-40B4-BE49-F238E27FC236}">
                <a16:creationId xmlns:a16="http://schemas.microsoft.com/office/drawing/2014/main" id="{94BD552D-2E32-0A95-46D5-EECBFD2D9733}"/>
              </a:ext>
            </a:extLst>
          </p:cNvPr>
          <p:cNvSpPr>
            <a:spLocks/>
          </p:cNvSpPr>
          <p:nvPr/>
        </p:nvSpPr>
        <p:spPr bwMode="auto">
          <a:xfrm>
            <a:off x="862567" y="1118901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8499A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2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MÉTHODE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0" name="Snip Single Corner Rectangle 12">
            <a:extLst>
              <a:ext uri="{FF2B5EF4-FFF2-40B4-BE49-F238E27FC236}">
                <a16:creationId xmlns:a16="http://schemas.microsoft.com/office/drawing/2014/main" id="{A4E54153-07D3-39AF-29A7-DF1C828529DF}"/>
              </a:ext>
            </a:extLst>
          </p:cNvPr>
          <p:cNvSpPr>
            <a:spLocks/>
          </p:cNvSpPr>
          <p:nvPr/>
        </p:nvSpPr>
        <p:spPr bwMode="auto">
          <a:xfrm>
            <a:off x="3494206" y="1130471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5D798B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1" name="Snip Single Corner Rectangle 13">
            <a:extLst>
              <a:ext uri="{FF2B5EF4-FFF2-40B4-BE49-F238E27FC236}">
                <a16:creationId xmlns:a16="http://schemas.microsoft.com/office/drawing/2014/main" id="{0F503D70-ED63-13F1-0464-5AA3695243C4}"/>
              </a:ext>
            </a:extLst>
          </p:cNvPr>
          <p:cNvSpPr>
            <a:spLocks/>
          </p:cNvSpPr>
          <p:nvPr/>
        </p:nvSpPr>
        <p:spPr bwMode="auto">
          <a:xfrm>
            <a:off x="1540470" y="5875904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8499A0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MATÉRIEL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2" name="Snip Single Corner Rectangle 14">
            <a:extLst>
              <a:ext uri="{FF2B5EF4-FFF2-40B4-BE49-F238E27FC236}">
                <a16:creationId xmlns:a16="http://schemas.microsoft.com/office/drawing/2014/main" id="{36AEA687-EECA-6F63-0FC1-EE5A5FD1A5C1}"/>
              </a:ext>
            </a:extLst>
          </p:cNvPr>
          <p:cNvSpPr>
            <a:spLocks/>
          </p:cNvSpPr>
          <p:nvPr/>
        </p:nvSpPr>
        <p:spPr bwMode="auto">
          <a:xfrm>
            <a:off x="4341974" y="5869168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5D798B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MAIN-D'ŒUVRE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4" name="Rectangle 15">
            <a:extLst>
              <a:ext uri="{FF2B5EF4-FFF2-40B4-BE49-F238E27FC236}">
                <a16:creationId xmlns:a16="http://schemas.microsoft.com/office/drawing/2014/main" id="{F21F9949-1A24-8007-F8D9-7E028DD5F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982" y="2252196"/>
            <a:ext cx="2011363" cy="434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Évolution des pratiques managériales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5" name="Rectangle 16">
            <a:extLst>
              <a:ext uri="{FF2B5EF4-FFF2-40B4-BE49-F238E27FC236}">
                <a16:creationId xmlns:a16="http://schemas.microsoft.com/office/drawing/2014/main" id="{F5EE11E8-1C2E-EF28-9294-FDB65B46D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3722" y="2841498"/>
            <a:ext cx="201136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Nouvelle orientation méthodologique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6" name="Rectangle 20">
            <a:extLst>
              <a:ext uri="{FF2B5EF4-FFF2-40B4-BE49-F238E27FC236}">
                <a16:creationId xmlns:a16="http://schemas.microsoft.com/office/drawing/2014/main" id="{A15330E6-4CEF-8515-D321-4E064324A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830" y="1658295"/>
            <a:ext cx="2041525" cy="511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Changement de divisionnaire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8" name="Rectangle 22">
            <a:extLst>
              <a:ext uri="{FF2B5EF4-FFF2-40B4-BE49-F238E27FC236}">
                <a16:creationId xmlns:a16="http://schemas.microsoft.com/office/drawing/2014/main" id="{7080CFB3-46AD-0009-A9DC-9414BEA52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629" y="2248852"/>
            <a:ext cx="1901750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Recherche de rapidité d'intervention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9" name="Rectangle 26">
            <a:extLst>
              <a:ext uri="{FF2B5EF4-FFF2-40B4-BE49-F238E27FC236}">
                <a16:creationId xmlns:a16="http://schemas.microsoft.com/office/drawing/2014/main" id="{7E364338-3801-0506-05E9-D37A079B6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445" y="1647168"/>
            <a:ext cx="2011362" cy="541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Nouvelle méthodologie de travail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1" name="Rectangle 336">
            <a:extLst>
              <a:ext uri="{FF2B5EF4-FFF2-40B4-BE49-F238E27FC236}">
                <a16:creationId xmlns:a16="http://schemas.microsoft.com/office/drawing/2014/main" id="{1ED9D85F-104D-FCB5-8965-64B371BBF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068" y="5032432"/>
            <a:ext cx="2011363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Besoin de retour d'expérience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2" name="Rectangle 334">
            <a:extLst>
              <a:ext uri="{FF2B5EF4-FFF2-40B4-BE49-F238E27FC236}">
                <a16:creationId xmlns:a16="http://schemas.microsoft.com/office/drawing/2014/main" id="{4487C263-8276-4304-744A-AD5362917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8559" y="4063115"/>
            <a:ext cx="2011362" cy="32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FM : Fausse Manœuvre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3" name="Rectangle 312">
            <a:extLst>
              <a:ext uri="{FF2B5EF4-FFF2-40B4-BE49-F238E27FC236}">
                <a16:creationId xmlns:a16="http://schemas.microsoft.com/office/drawing/2014/main" id="{581964AB-AD8B-FFC7-609A-0A636B3B3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809" y="4564538"/>
            <a:ext cx="2011362" cy="296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Défaillances d'équipements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4" name="Rectangle 333">
            <a:extLst>
              <a:ext uri="{FF2B5EF4-FFF2-40B4-BE49-F238E27FC236}">
                <a16:creationId xmlns:a16="http://schemas.microsoft.com/office/drawing/2014/main" id="{4CB4E0D2-7920-F3EE-B4C3-618BF05F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567" y="5017816"/>
            <a:ext cx="2011363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Événements issus du registre Dispatching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5" name="Rectangle 311">
            <a:extLst>
              <a:ext uri="{FF2B5EF4-FFF2-40B4-BE49-F238E27FC236}">
                <a16:creationId xmlns:a16="http://schemas.microsoft.com/office/drawing/2014/main" id="{D1E6DF64-BB32-27EC-0758-191A13DDA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891" y="4052590"/>
            <a:ext cx="2011363" cy="327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 : 94 occurrences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6" name="Rectangle 310">
            <a:extLst>
              <a:ext uri="{FF2B5EF4-FFF2-40B4-BE49-F238E27FC236}">
                <a16:creationId xmlns:a16="http://schemas.microsoft.com/office/drawing/2014/main" id="{EE38279E-BBE5-8FDB-AD23-63D9CA7C9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1301463"/>
            <a:ext cx="1715196" cy="1163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1E416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Abandon des fiches de constatation au poste de Bissegué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7" name="Oval 5">
            <a:extLst>
              <a:ext uri="{FF2B5EF4-FFF2-40B4-BE49-F238E27FC236}">
                <a16:creationId xmlns:a16="http://schemas.microsoft.com/office/drawing/2014/main" id="{C103F49A-D0E2-277A-4CA6-FAB1EABF904E}"/>
              </a:ext>
            </a:extLst>
          </p:cNvPr>
          <p:cNvSpPr>
            <a:spLocks noChangeAspect="1"/>
          </p:cNvSpPr>
          <p:nvPr/>
        </p:nvSpPr>
        <p:spPr>
          <a:xfrm>
            <a:off x="6843196" y="3460478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8" name="Oval 6">
            <a:extLst>
              <a:ext uri="{FF2B5EF4-FFF2-40B4-BE49-F238E27FC236}">
                <a16:creationId xmlns:a16="http://schemas.microsoft.com/office/drawing/2014/main" id="{0638AE64-7F03-C6BC-B178-16FACEB9B530}"/>
              </a:ext>
            </a:extLst>
          </p:cNvPr>
          <p:cNvSpPr>
            <a:spLocks noChangeAspect="1"/>
          </p:cNvSpPr>
          <p:nvPr/>
        </p:nvSpPr>
        <p:spPr>
          <a:xfrm>
            <a:off x="7444541" y="3460478"/>
            <a:ext cx="427990" cy="42799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79" name="Straight Arrow Connector 8">
            <a:extLst>
              <a:ext uri="{FF2B5EF4-FFF2-40B4-BE49-F238E27FC236}">
                <a16:creationId xmlns:a16="http://schemas.microsoft.com/office/drawing/2014/main" id="{AD80D31C-F7F4-CC01-EC10-0CE5270DA008}"/>
              </a:ext>
            </a:extLst>
          </p:cNvPr>
          <p:cNvCxnSpPr>
            <a:cxnSpLocks/>
          </p:cNvCxnSpPr>
          <p:nvPr/>
        </p:nvCxnSpPr>
        <p:spPr>
          <a:xfrm flipV="1">
            <a:off x="7309921" y="3680188"/>
            <a:ext cx="361315" cy="2149649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0" name="Straight Arrow Connector 10">
            <a:extLst>
              <a:ext uri="{FF2B5EF4-FFF2-40B4-BE49-F238E27FC236}">
                <a16:creationId xmlns:a16="http://schemas.microsoft.com/office/drawing/2014/main" id="{623F1831-6372-9ABA-B307-F238204E4CFB}"/>
              </a:ext>
            </a:extLst>
          </p:cNvPr>
          <p:cNvCxnSpPr>
            <a:cxnSpLocks/>
          </p:cNvCxnSpPr>
          <p:nvPr/>
        </p:nvCxnSpPr>
        <p:spPr>
          <a:xfrm>
            <a:off x="6510002" y="1542007"/>
            <a:ext cx="565604" cy="2140721"/>
          </a:xfrm>
          <a:prstGeom prst="straightConnector1">
            <a:avLst/>
          </a:prstGeom>
          <a:ln w="50800" cap="rnd">
            <a:solidFill>
              <a:schemeClr val="accent2"/>
            </a:solidFill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1" name="AutoShape 305">
            <a:extLst>
              <a:ext uri="{FF2B5EF4-FFF2-40B4-BE49-F238E27FC236}">
                <a16:creationId xmlns:a16="http://schemas.microsoft.com/office/drawing/2014/main" id="{131E5BE7-6B69-FB9F-B992-CF78DDB80A76}"/>
              </a:ext>
            </a:extLst>
          </p:cNvPr>
          <p:cNvSpPr>
            <a:spLocks/>
          </p:cNvSpPr>
          <p:nvPr/>
        </p:nvSpPr>
        <p:spPr bwMode="auto">
          <a:xfrm>
            <a:off x="6125845" y="1141976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1E4166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MESURE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2" name="AutoShape 304">
            <a:extLst>
              <a:ext uri="{FF2B5EF4-FFF2-40B4-BE49-F238E27FC236}">
                <a16:creationId xmlns:a16="http://schemas.microsoft.com/office/drawing/2014/main" id="{18DA2528-CE06-623B-7B6A-FBE0C92AF97C}"/>
              </a:ext>
            </a:extLst>
          </p:cNvPr>
          <p:cNvSpPr>
            <a:spLocks/>
          </p:cNvSpPr>
          <p:nvPr/>
        </p:nvSpPr>
        <p:spPr bwMode="auto">
          <a:xfrm>
            <a:off x="6897965" y="5864743"/>
            <a:ext cx="2193925" cy="365125"/>
          </a:xfrm>
          <a:custGeom>
            <a:avLst/>
            <a:gdLst>
              <a:gd name="T0" fmla="*/ 0 w 2194560"/>
              <a:gd name="T1" fmla="*/ 0 h 365760"/>
              <a:gd name="T2" fmla="*/ 2133599 w 2194560"/>
              <a:gd name="T3" fmla="*/ 0 h 365760"/>
              <a:gd name="T4" fmla="*/ 2194560 w 2194560"/>
              <a:gd name="T5" fmla="*/ 60961 h 365760"/>
              <a:gd name="T6" fmla="*/ 2194560 w 2194560"/>
              <a:gd name="T7" fmla="*/ 365760 h 365760"/>
              <a:gd name="T8" fmla="*/ 0 w 2194560"/>
              <a:gd name="T9" fmla="*/ 365760 h 365760"/>
              <a:gd name="T10" fmla="*/ 0 w 2194560"/>
              <a:gd name="T11" fmla="*/ 0 h 3657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94560"/>
              <a:gd name="T19" fmla="*/ 0 h 365760"/>
              <a:gd name="T20" fmla="*/ 2194560 w 2194560"/>
              <a:gd name="T21" fmla="*/ 365760 h 3657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94560" h="365760">
                <a:moveTo>
                  <a:pt x="0" y="0"/>
                </a:moveTo>
                <a:lnTo>
                  <a:pt x="2133599" y="0"/>
                </a:lnTo>
                <a:lnTo>
                  <a:pt x="2194560" y="60961"/>
                </a:lnTo>
                <a:lnTo>
                  <a:pt x="219456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1E4166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MILIEU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3" name="Rectangle 331">
            <a:extLst>
              <a:ext uri="{FF2B5EF4-FFF2-40B4-BE49-F238E27FC236}">
                <a16:creationId xmlns:a16="http://schemas.microsoft.com/office/drawing/2014/main" id="{2C330DF3-3943-9E87-5EE3-14E2E373F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863" y="2826623"/>
            <a:ext cx="2011362" cy="454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Données centralisées disponibles au Dispatching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4" name="Rectangle 303">
            <a:extLst>
              <a:ext uri="{FF2B5EF4-FFF2-40B4-BE49-F238E27FC236}">
                <a16:creationId xmlns:a16="http://schemas.microsoft.com/office/drawing/2014/main" id="{04A2161B-F991-4EBF-6B18-965D44DB2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722" y="1657953"/>
            <a:ext cx="2011363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Abandon des fiches de constatation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5" name="Rectangle 302">
            <a:extLst>
              <a:ext uri="{FF2B5EF4-FFF2-40B4-BE49-F238E27FC236}">
                <a16:creationId xmlns:a16="http://schemas.microsoft.com/office/drawing/2014/main" id="{F17680E5-37FD-F47F-20C0-6B87144C6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832" y="4079772"/>
            <a:ext cx="201136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Conditions environnementales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6" name="Rectangle 339">
            <a:extLst>
              <a:ext uri="{FF2B5EF4-FFF2-40B4-BE49-F238E27FC236}">
                <a16:creationId xmlns:a16="http://schemas.microsoft.com/office/drawing/2014/main" id="{00A61369-16C0-0754-346E-E57E8732B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656" y="5038904"/>
            <a:ext cx="2011363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compléter selon les données disponibles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8" name="Rectangle 301">
            <a:extLst>
              <a:ext uri="{FF2B5EF4-FFF2-40B4-BE49-F238E27FC236}">
                <a16:creationId xmlns:a16="http://schemas.microsoft.com/office/drawing/2014/main" id="{BDBF12FE-8312-83E1-9331-09F3DE0E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188" y="2857310"/>
            <a:ext cx="2011363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15608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Écart entre formalisation et pratique terrain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0" name="Rectangle 299">
            <a:extLst>
              <a:ext uri="{FF2B5EF4-FFF2-40B4-BE49-F238E27FC236}">
                <a16:creationId xmlns:a16="http://schemas.microsoft.com/office/drawing/2014/main" id="{E5F9C216-1C3B-4EFF-4CF8-E1866329D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196" y="2267942"/>
            <a:ext cx="20113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Perte de traçabilité locale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3" name="Rectangle 297">
            <a:extLst>
              <a:ext uri="{FF2B5EF4-FFF2-40B4-BE49-F238E27FC236}">
                <a16:creationId xmlns:a16="http://schemas.microsoft.com/office/drawing/2014/main" id="{F970B450-F7E4-CC7E-375D-070B716D7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387" y="4594074"/>
            <a:ext cx="2011363" cy="296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Pratiques d'exploitation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4" name="Rectangle 338">
            <a:extLst>
              <a:ext uri="{FF2B5EF4-FFF2-40B4-BE49-F238E27FC236}">
                <a16:creationId xmlns:a16="http://schemas.microsoft.com/office/drawing/2014/main" id="{00533292-3B63-93AE-BECE-88782769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656" y="4573682"/>
            <a:ext cx="2011363" cy="465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Contraintes externes d'exploitation </a:t>
            </a: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6" name="Rectangle 343">
            <a:extLst>
              <a:ext uri="{FF2B5EF4-FFF2-40B4-BE49-F238E27FC236}">
                <a16:creationId xmlns:a16="http://schemas.microsoft.com/office/drawing/2014/main" id="{6A76A0A2-2D3D-00C9-17A4-2CA9ED209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7" name="Rectangle 346">
            <a:extLst>
              <a:ext uri="{FF2B5EF4-FFF2-40B4-BE49-F238E27FC236}">
                <a16:creationId xmlns:a16="http://schemas.microsoft.com/office/drawing/2014/main" id="{E9E4EA80-E8E9-DEB3-D6CB-81F8ABA2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8" name="Rectangle 349">
            <a:extLst>
              <a:ext uri="{FF2B5EF4-FFF2-40B4-BE49-F238E27FC236}">
                <a16:creationId xmlns:a16="http://schemas.microsoft.com/office/drawing/2014/main" id="{30EDEE43-31BF-0831-1E20-A8E4BB449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9" name="Rectangle 352">
            <a:extLst>
              <a:ext uri="{FF2B5EF4-FFF2-40B4-BE49-F238E27FC236}">
                <a16:creationId xmlns:a16="http://schemas.microsoft.com/office/drawing/2014/main" id="{6B57358B-1D32-16B7-95FE-2A8332C33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0" name="Rectangle 355">
            <a:extLst>
              <a:ext uri="{FF2B5EF4-FFF2-40B4-BE49-F238E27FC236}">
                <a16:creationId xmlns:a16="http://schemas.microsoft.com/office/drawing/2014/main" id="{FEB1691A-06B3-9E1E-12E0-A968170B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1" name="Rectangle 357">
            <a:extLst>
              <a:ext uri="{FF2B5EF4-FFF2-40B4-BE49-F238E27FC236}">
                <a16:creationId xmlns:a16="http://schemas.microsoft.com/office/drawing/2014/main" id="{FB44B475-9BE7-60EF-A988-A28E660CD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46682"/>
            <a:ext cx="223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bmk="_Hlk536359931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bmk="_Hlk53635993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2" name="Rectangle 380">
            <a:extLst>
              <a:ext uri="{FF2B5EF4-FFF2-40B4-BE49-F238E27FC236}">
                <a16:creationId xmlns:a16="http://schemas.microsoft.com/office/drawing/2014/main" id="{F55C771D-4D08-938C-6614-7B633F5A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3" name="Rectangle 381">
            <a:extLst>
              <a:ext uri="{FF2B5EF4-FFF2-40B4-BE49-F238E27FC236}">
                <a16:creationId xmlns:a16="http://schemas.microsoft.com/office/drawing/2014/main" id="{4DF04E50-20C2-05DA-26F1-9EB1DE8D7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2" y="-154404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fr-FR" altLang="fr-F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7" name="Title">
            <a:extLst>
              <a:ext uri="{FF2B5EF4-FFF2-40B4-BE49-F238E27FC236}">
                <a16:creationId xmlns:a16="http://schemas.microsoft.com/office/drawing/2014/main" id="{A688F447-BCA8-F762-7707-3384AAA410D2}"/>
              </a:ext>
            </a:extLst>
          </p:cNvPr>
          <p:cNvSpPr>
            <a:spLocks noGrp="1"/>
          </p:cNvSpPr>
          <p:nvPr/>
        </p:nvSpPr>
        <p:spPr>
          <a:xfrm>
            <a:off x="675639" y="509198"/>
            <a:ext cx="5012491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Diagramme Ishikawa (5 M / 7M )</a:t>
            </a:r>
          </a:p>
          <a:p>
            <a:pPr algn="l"/>
            <a:endParaRPr lang="fr-FR" sz="2600" b="1" dirty="0">
              <a:solidFill>
                <a:srgbClr val="104862"/>
              </a:solidFill>
              <a:latin typeface="Times New Roman"/>
              <a:cs typeface="Times New Roman"/>
            </a:endParaRPr>
          </a:p>
        </p:txBody>
      </p:sp>
      <p:cxnSp>
        <p:nvCxnSpPr>
          <p:cNvPr id="2328" name="Rule">
            <a:extLst>
              <a:ext uri="{FF2B5EF4-FFF2-40B4-BE49-F238E27FC236}">
                <a16:creationId xmlns:a16="http://schemas.microsoft.com/office/drawing/2014/main" id="{690260A9-4ED5-7668-69D1-4034CD6178F5}"/>
              </a:ext>
            </a:extLst>
          </p:cNvPr>
          <p:cNvCxnSpPr/>
          <p:nvPr/>
        </p:nvCxnSpPr>
        <p:spPr>
          <a:xfrm>
            <a:off x="746760" y="967329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2BF5169-D4E4-2E01-2EA0-B34BC9FF9394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ED335928-E263-440A-FF60-0E9B76FB2696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F8A25E7B-A43E-D489-0FD4-E199904083D6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878D1284-230E-F80A-0632-BEFCE6607C65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5B5994C8-35D1-C0E3-C5A7-7DC850422585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4" name="Flèche : chevron 13">
              <a:extLst>
                <a:ext uri="{FF2B5EF4-FFF2-40B4-BE49-F238E27FC236}">
                  <a16:creationId xmlns:a16="http://schemas.microsoft.com/office/drawing/2014/main" id="{5668D5A7-7591-7F5D-E922-F78004E27217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sp>
        <p:nvSpPr>
          <p:cNvPr id="4" name="Kicker">
            <a:extLst>
              <a:ext uri="{FF2B5EF4-FFF2-40B4-BE49-F238E27FC236}">
                <a16:creationId xmlns:a16="http://schemas.microsoft.com/office/drawing/2014/main" id="{25AE296A-8D58-A4F6-B7A3-5FE5CA0144B2}"/>
              </a:ext>
            </a:extLst>
          </p:cNvPr>
          <p:cNvSpPr/>
          <p:nvPr/>
        </p:nvSpPr>
        <p:spPr>
          <a:xfrm>
            <a:off x="685800" y="274320"/>
            <a:ext cx="375103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</p:spTree>
    <p:extLst>
      <p:ext uri="{BB962C8B-B14F-4D97-AF65-F5344CB8AC3E}">
        <p14:creationId xmlns:p14="http://schemas.microsoft.com/office/powerpoint/2010/main" val="245622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2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2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2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2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2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2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2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2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2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2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500"/>
                                        <p:tgtEl>
                                          <p:spTgt spid="2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500"/>
                                        <p:tgtEl>
                                          <p:spTgt spid="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2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2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2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2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2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7"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0" grpId="0" animBg="1"/>
      <p:bldP spid="2251" grpId="0" animBg="1"/>
      <p:bldP spid="2252" grpId="0" animBg="1"/>
      <p:bldP spid="2253" grpId="0" animBg="1"/>
      <p:bldP spid="2259" grpId="0" animBg="1"/>
      <p:bldP spid="2260" grpId="0" animBg="1"/>
      <p:bldP spid="2261" grpId="0" animBg="1"/>
      <p:bldP spid="2262" grpId="0" animBg="1"/>
      <p:bldP spid="2264" grpId="0" animBg="1"/>
      <p:bldP spid="2265" grpId="0" animBg="1"/>
      <p:bldP spid="2266" grpId="0" animBg="1"/>
      <p:bldP spid="2268" grpId="0" animBg="1"/>
      <p:bldP spid="2269" grpId="0" animBg="1"/>
      <p:bldP spid="2271" grpId="0" animBg="1"/>
      <p:bldP spid="2272" grpId="0" animBg="1"/>
      <p:bldP spid="2273" grpId="0" animBg="1"/>
      <p:bldP spid="2274" grpId="0" animBg="1"/>
      <p:bldP spid="2275" grpId="0" animBg="1"/>
      <p:bldP spid="2276" grpId="0" animBg="1"/>
      <p:bldP spid="2277" grpId="0" animBg="1"/>
      <p:bldP spid="2278" grpId="0" animBg="1"/>
      <p:bldP spid="2281" grpId="0" animBg="1"/>
      <p:bldP spid="2282" grpId="0" animBg="1"/>
      <p:bldP spid="2283" grpId="0"/>
      <p:bldP spid="2284" grpId="0"/>
      <p:bldP spid="2285" grpId="0" animBg="1"/>
      <p:bldP spid="2286" grpId="0" animBg="1"/>
      <p:bldP spid="2288" grpId="0" animBg="1"/>
      <p:bldP spid="2290" grpId="0"/>
      <p:bldP spid="2293" grpId="0" animBg="1"/>
      <p:bldP spid="229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C84BB87-15C2-0DD0-649A-16B35E98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24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7F0C680-6AFA-B401-47DC-713AC85E01D3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4" name="Flèche : pentagone 3">
              <a:extLst>
                <a:ext uri="{FF2B5EF4-FFF2-40B4-BE49-F238E27FC236}">
                  <a16:creationId xmlns:a16="http://schemas.microsoft.com/office/drawing/2014/main" id="{0ADE8555-C973-1900-5E25-1DB49725A5D2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5" name="Flèche : chevron 4">
              <a:extLst>
                <a:ext uri="{FF2B5EF4-FFF2-40B4-BE49-F238E27FC236}">
                  <a16:creationId xmlns:a16="http://schemas.microsoft.com/office/drawing/2014/main" id="{7B72F3B6-99A8-CF78-5C12-205C546E13AB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6" name="Flèche : chevron 5">
              <a:extLst>
                <a:ext uri="{FF2B5EF4-FFF2-40B4-BE49-F238E27FC236}">
                  <a16:creationId xmlns:a16="http://schemas.microsoft.com/office/drawing/2014/main" id="{01E62280-8C6B-BB6F-64E7-15CC7978FD71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7" name="Flèche : chevron 6">
              <a:extLst>
                <a:ext uri="{FF2B5EF4-FFF2-40B4-BE49-F238E27FC236}">
                  <a16:creationId xmlns:a16="http://schemas.microsoft.com/office/drawing/2014/main" id="{DB34B24D-819C-1221-DA1D-594C06D49B56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8" name="Flèche : chevron 7">
              <a:extLst>
                <a:ext uri="{FF2B5EF4-FFF2-40B4-BE49-F238E27FC236}">
                  <a16:creationId xmlns:a16="http://schemas.microsoft.com/office/drawing/2014/main" id="{A925B4F3-804D-BE26-CE44-921470AC3AB3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548BB2B9-7CB9-88B8-285A-829CDE5D8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915226"/>
              </p:ext>
            </p:extLst>
          </p:nvPr>
        </p:nvGraphicFramePr>
        <p:xfrm>
          <a:off x="792480" y="1149278"/>
          <a:ext cx="9682480" cy="5258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3" name="Rule">
            <a:extLst>
              <a:ext uri="{FF2B5EF4-FFF2-40B4-BE49-F238E27FC236}">
                <a16:creationId xmlns:a16="http://schemas.microsoft.com/office/drawing/2014/main" id="{C475BE32-B887-6029-4B38-AEA9D43B686C}"/>
              </a:ext>
            </a:extLst>
          </p:cNvPr>
          <p:cNvCxnSpPr/>
          <p:nvPr/>
        </p:nvCxnSpPr>
        <p:spPr>
          <a:xfrm>
            <a:off x="746760" y="967329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15" name="Title">
            <a:extLst>
              <a:ext uri="{FF2B5EF4-FFF2-40B4-BE49-F238E27FC236}">
                <a16:creationId xmlns:a16="http://schemas.microsoft.com/office/drawing/2014/main" id="{E33C5F9A-4C9E-B53B-52B6-DCB17FB58BE7}"/>
              </a:ext>
            </a:extLst>
          </p:cNvPr>
          <p:cNvSpPr>
            <a:spLocks noGrp="1"/>
          </p:cNvSpPr>
          <p:nvPr/>
        </p:nvSpPr>
        <p:spPr>
          <a:xfrm>
            <a:off x="675640" y="509198"/>
            <a:ext cx="217932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5 Pourquoi</a:t>
            </a:r>
          </a:p>
        </p:txBody>
      </p:sp>
      <p:sp>
        <p:nvSpPr>
          <p:cNvPr id="10" name="Kicker">
            <a:extLst>
              <a:ext uri="{FF2B5EF4-FFF2-40B4-BE49-F238E27FC236}">
                <a16:creationId xmlns:a16="http://schemas.microsoft.com/office/drawing/2014/main" id="{71DB72DA-E45B-29AE-4CD5-A3BF390BEE28}"/>
              </a:ext>
            </a:extLst>
          </p:cNvPr>
          <p:cNvSpPr/>
          <p:nvPr/>
        </p:nvSpPr>
        <p:spPr>
          <a:xfrm>
            <a:off x="685800" y="274320"/>
            <a:ext cx="374396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</p:spTree>
    <p:extLst>
      <p:ext uri="{BB962C8B-B14F-4D97-AF65-F5344CB8AC3E}">
        <p14:creationId xmlns:p14="http://schemas.microsoft.com/office/powerpoint/2010/main" val="201125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AMDEC et arbre de défaillance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685800" y="1493520"/>
            <a:ext cx="9667240" cy="284479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AMDEC — poste de Bissegué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Grille de criticité C = F × G × D, seuils validés par la DETTE.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Fréquence (F) objectivée par comptage réel sur le registre d'incidents ; Gravité (G) recoupée par l'ENS moyen du mode de défaillance.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000" b="1" dirty="0">
                <a:solidFill>
                  <a:srgbClr val="1048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Arbre de défaillance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Construit à partir des libellés d'incidents décrivant des cascades de déclenchements (ex. poste d'Owendo : perte simultanée de 2 disjoncteurs → porte ET).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306F8D-7409-BBCF-9C63-FF946B87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25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2E0553F-FD79-0084-C1E6-1133D35284EB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8" name="Flèche : pentagone 7">
              <a:extLst>
                <a:ext uri="{FF2B5EF4-FFF2-40B4-BE49-F238E27FC236}">
                  <a16:creationId xmlns:a16="http://schemas.microsoft.com/office/drawing/2014/main" id="{2D8A46CE-96DC-8965-D47D-EA2B98DBFC9A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9" name="Flèche : chevron 8">
              <a:extLst>
                <a:ext uri="{FF2B5EF4-FFF2-40B4-BE49-F238E27FC236}">
                  <a16:creationId xmlns:a16="http://schemas.microsoft.com/office/drawing/2014/main" id="{7B661D68-09A7-2AAC-3134-1DD7A7062706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0" name="Flèche : chevron 9">
              <a:extLst>
                <a:ext uri="{FF2B5EF4-FFF2-40B4-BE49-F238E27FC236}">
                  <a16:creationId xmlns:a16="http://schemas.microsoft.com/office/drawing/2014/main" id="{86A8B278-7834-E481-127E-7133DC609461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398CDE01-FBF6-0A40-A1BF-0DEE0B9A7166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A5DE9B3F-1C70-72D2-CE36-454946536A1A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851D40B-0C68-EF0A-B2B1-2BD684B2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26</a:t>
            </a:fld>
            <a:endParaRPr lang="fr-FR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40A72F6-8138-7417-7208-E0307CECA09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AMDEC et Arbre de Défaillance</a:t>
            </a:r>
          </a:p>
        </p:txBody>
      </p:sp>
      <p:cxnSp>
        <p:nvCxnSpPr>
          <p:cNvPr id="6" name="Rule">
            <a:extLst>
              <a:ext uri="{FF2B5EF4-FFF2-40B4-BE49-F238E27FC236}">
                <a16:creationId xmlns:a16="http://schemas.microsoft.com/office/drawing/2014/main" id="{2C6BB1EB-6D21-2510-65AA-3202511D8E71}"/>
              </a:ext>
            </a:extLst>
          </p:cNvPr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8E20E954-DB0C-2766-0DC8-5FE57CB769E2}"/>
              </a:ext>
            </a:extLst>
          </p:cNvPr>
          <p:cNvSpPr txBox="1"/>
          <p:nvPr/>
        </p:nvSpPr>
        <p:spPr>
          <a:xfrm>
            <a:off x="3761510" y="5635309"/>
            <a:ext cx="409401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Amdec Machine par postes</a:t>
            </a:r>
          </a:p>
        </p:txBody>
      </p:sp>
      <p:sp>
        <p:nvSpPr>
          <p:cNvPr id="14" name="Kicker">
            <a:extLst>
              <a:ext uri="{FF2B5EF4-FFF2-40B4-BE49-F238E27FC236}">
                <a16:creationId xmlns:a16="http://schemas.microsoft.com/office/drawing/2014/main" id="{D7A13919-EE93-D50A-119D-006FA798A3D5}"/>
              </a:ext>
            </a:extLst>
          </p:cNvPr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04 · DIAGNOSTIC &amp; MODÉLISATION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5D4E1E5-81AD-F709-BB10-31730072F780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5" name="Flèche : pentagone 14">
              <a:extLst>
                <a:ext uri="{FF2B5EF4-FFF2-40B4-BE49-F238E27FC236}">
                  <a16:creationId xmlns:a16="http://schemas.microsoft.com/office/drawing/2014/main" id="{54D47A8D-2D3D-61E9-9004-F006B73960CF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6" name="Flèche : chevron 15">
              <a:extLst>
                <a:ext uri="{FF2B5EF4-FFF2-40B4-BE49-F238E27FC236}">
                  <a16:creationId xmlns:a16="http://schemas.microsoft.com/office/drawing/2014/main" id="{45F829AA-76AB-91EA-6741-751DC686E4B1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7" name="Flèche : chevron 16">
              <a:extLst>
                <a:ext uri="{FF2B5EF4-FFF2-40B4-BE49-F238E27FC236}">
                  <a16:creationId xmlns:a16="http://schemas.microsoft.com/office/drawing/2014/main" id="{FE506EC6-B4E4-FD80-8350-09AF8F758210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8" name="Flèche : chevron 17">
              <a:extLst>
                <a:ext uri="{FF2B5EF4-FFF2-40B4-BE49-F238E27FC236}">
                  <a16:creationId xmlns:a16="http://schemas.microsoft.com/office/drawing/2014/main" id="{0AC39DAB-59E0-53B8-3B19-D7D1700DC705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9" name="Flèche : chevron 18">
              <a:extLst>
                <a:ext uri="{FF2B5EF4-FFF2-40B4-BE49-F238E27FC236}">
                  <a16:creationId xmlns:a16="http://schemas.microsoft.com/office/drawing/2014/main" id="{52F0D485-9EE4-1487-5323-8CE25A8892D0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C5BE403D-8AA6-D0E2-0CC2-3D169B3D6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54" r="7500"/>
          <a:stretch>
            <a:fillRect/>
          </a:stretch>
        </p:blipFill>
        <p:spPr>
          <a:xfrm>
            <a:off x="1008380" y="1423243"/>
            <a:ext cx="9809480" cy="40994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3532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62E1-63C0-7635-C68B-CEC6CF46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dessin, diagramme, croquis, papier&#10;&#10;Le contenu généré par l’IA peut être incorrect.">
            <a:extLst>
              <a:ext uri="{FF2B5EF4-FFF2-40B4-BE49-F238E27FC236}">
                <a16:creationId xmlns:a16="http://schemas.microsoft.com/office/drawing/2014/main" id="{E7D3958E-1BEF-72A2-1D32-445B826C5ED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18370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7" name="Demi-cadre 6">
            <a:extLst>
              <a:ext uri="{FF2B5EF4-FFF2-40B4-BE49-F238E27FC236}">
                <a16:creationId xmlns:a16="http://schemas.microsoft.com/office/drawing/2014/main" id="{EA766A72-2024-C072-333C-24DDC5026F99}"/>
              </a:ext>
            </a:extLst>
          </p:cNvPr>
          <p:cNvSpPr/>
          <p:nvPr/>
        </p:nvSpPr>
        <p:spPr>
          <a:xfrm rot="16200000" flipH="1">
            <a:off x="2274861" y="2230616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2CE76-1045-2475-E6B4-42317704496F}"/>
              </a:ext>
            </a:extLst>
          </p:cNvPr>
          <p:cNvSpPr/>
          <p:nvPr/>
        </p:nvSpPr>
        <p:spPr>
          <a:xfrm>
            <a:off x="2826557" y="2449777"/>
            <a:ext cx="6640322" cy="1630428"/>
          </a:xfrm>
          <a:prstGeom prst="rect">
            <a:avLst/>
          </a:prstGeom>
          <a:solidFill>
            <a:srgbClr val="2C5F73">
              <a:alpha val="32000"/>
            </a:srgbClr>
          </a:solidFill>
          <a:ln>
            <a:solidFill>
              <a:srgbClr val="A4B5B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pPr algn="ctr">
              <a:lnSpc>
                <a:spcPct val="107000"/>
              </a:lnSpc>
              <a:spcBef>
                <a:spcPts val="1000"/>
              </a:spcBef>
              <a:spcAft>
                <a:spcPts val="368"/>
              </a:spcAft>
              <a:tabLst>
                <a:tab pos="937249" algn="l"/>
                <a:tab pos="2295497" algn="l"/>
              </a:tabLst>
            </a:pPr>
            <a:r>
              <a:rPr lang="fr-FR" b="1" dirty="0">
                <a:solidFill>
                  <a:srgbClr val="2C5F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APPORTS &amp; RECOMMANDATIONS</a:t>
            </a:r>
          </a:p>
        </p:txBody>
      </p:sp>
      <p:sp>
        <p:nvSpPr>
          <p:cNvPr id="9" name="Demi-cadre 8">
            <a:extLst>
              <a:ext uri="{FF2B5EF4-FFF2-40B4-BE49-F238E27FC236}">
                <a16:creationId xmlns:a16="http://schemas.microsoft.com/office/drawing/2014/main" id="{D99059FF-2AE7-0968-2CBD-F88709CB1954}"/>
              </a:ext>
            </a:extLst>
          </p:cNvPr>
          <p:cNvSpPr/>
          <p:nvPr/>
        </p:nvSpPr>
        <p:spPr>
          <a:xfrm rot="16200000" flipV="1">
            <a:off x="8931496" y="3503434"/>
            <a:ext cx="1070765" cy="734893"/>
          </a:xfrm>
          <a:prstGeom prst="halfFrame">
            <a:avLst/>
          </a:prstGeom>
          <a:solidFill>
            <a:srgbClr val="A4B5BB"/>
          </a:solidFill>
          <a:ln>
            <a:solidFill>
              <a:srgbClr val="A4B5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A4D72250-2494-6A5E-57D6-0ABD1FEB3EC5}"/>
              </a:ext>
            </a:extLst>
          </p:cNvPr>
          <p:cNvSpPr/>
          <p:nvPr/>
        </p:nvSpPr>
        <p:spPr>
          <a:xfrm rot="16200000" flipH="1">
            <a:off x="2091138" y="2082330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Demi-cadre 10">
            <a:extLst>
              <a:ext uri="{FF2B5EF4-FFF2-40B4-BE49-F238E27FC236}">
                <a16:creationId xmlns:a16="http://schemas.microsoft.com/office/drawing/2014/main" id="{A114A8CE-2907-487E-A8DA-917760A5E0BC}"/>
              </a:ext>
            </a:extLst>
          </p:cNvPr>
          <p:cNvSpPr/>
          <p:nvPr/>
        </p:nvSpPr>
        <p:spPr>
          <a:xfrm rot="16200000" flipV="1">
            <a:off x="9083896" y="3655834"/>
            <a:ext cx="1070765" cy="734893"/>
          </a:xfrm>
          <a:prstGeom prst="halfFrame">
            <a:avLst/>
          </a:prstGeom>
          <a:solidFill>
            <a:srgbClr val="2C5F73"/>
          </a:solidFill>
          <a:ln>
            <a:solidFill>
              <a:srgbClr val="2C5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Forme en L 1">
            <a:extLst>
              <a:ext uri="{FF2B5EF4-FFF2-40B4-BE49-F238E27FC236}">
                <a16:creationId xmlns:a16="http://schemas.microsoft.com/office/drawing/2014/main" id="{8C4080B6-2EA8-146A-0749-3CA043476F6F}"/>
              </a:ext>
            </a:extLst>
          </p:cNvPr>
          <p:cNvSpPr/>
          <p:nvPr/>
        </p:nvSpPr>
        <p:spPr>
          <a:xfrm>
            <a:off x="-1" y="6332963"/>
            <a:ext cx="12192000" cy="525037"/>
          </a:xfrm>
          <a:prstGeom prst="corner">
            <a:avLst>
              <a:gd name="adj1" fmla="val 50000"/>
              <a:gd name="adj2" fmla="val 2426336"/>
            </a:avLst>
          </a:prstGeom>
          <a:solidFill>
            <a:srgbClr val="2C5F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A4B5B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Universitaire : 2025 - 2026</a:t>
            </a:r>
          </a:p>
        </p:txBody>
      </p:sp>
    </p:spTree>
    <p:extLst>
      <p:ext uri="{BB962C8B-B14F-4D97-AF65-F5344CB8AC3E}">
        <p14:creationId xmlns:p14="http://schemas.microsoft.com/office/powerpoint/2010/main" val="229028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05 · APPORTS &amp; RECOMMANDATIONS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Plan de maintenance : RCM et TPM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8A1E5D76-519A-0BCB-418D-3C52F27C3D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6636111"/>
              </p:ext>
            </p:extLst>
          </p:nvPr>
        </p:nvGraphicFramePr>
        <p:xfrm>
          <a:off x="685799" y="1584960"/>
          <a:ext cx="5928361" cy="4124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EA9083-D5E3-B773-88EB-0FBDDDFB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28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D55E215-AB51-65B4-6BDD-AB4C6F706A18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8" name="Flèche : pentagone 7">
              <a:extLst>
                <a:ext uri="{FF2B5EF4-FFF2-40B4-BE49-F238E27FC236}">
                  <a16:creationId xmlns:a16="http://schemas.microsoft.com/office/drawing/2014/main" id="{78A741A4-FAE1-BFC7-E40C-CDAA0F2D184A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9" name="Flèche : chevron 8">
              <a:extLst>
                <a:ext uri="{FF2B5EF4-FFF2-40B4-BE49-F238E27FC236}">
                  <a16:creationId xmlns:a16="http://schemas.microsoft.com/office/drawing/2014/main" id="{855CB377-93B6-9B05-35E2-BD46E1B9A716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0" name="Flèche : chevron 9">
              <a:extLst>
                <a:ext uri="{FF2B5EF4-FFF2-40B4-BE49-F238E27FC236}">
                  <a16:creationId xmlns:a16="http://schemas.microsoft.com/office/drawing/2014/main" id="{9B280E6C-981E-550B-4566-BB6453EF4F05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3439AB7C-2BAF-A6C8-D1D2-D76160E38001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EFB2A69C-9F69-4059-2197-D92ED8C5543E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8F960F33-C8D9-F41D-B7D9-F632067A57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6" r="5816"/>
          <a:stretch/>
        </p:blipFill>
        <p:spPr>
          <a:xfrm>
            <a:off x="6350000" y="1718386"/>
            <a:ext cx="5083833" cy="3554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C04AF57-C75B-52F5-9027-C98B411FC87F}"/>
              </a:ext>
            </a:extLst>
          </p:cNvPr>
          <p:cNvSpPr txBox="1"/>
          <p:nvPr/>
        </p:nvSpPr>
        <p:spPr>
          <a:xfrm>
            <a:off x="5580382" y="5680781"/>
            <a:ext cx="621283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Schéma unifilaire des poste 90/225 kV du site de Bissegué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05 · APPORTS &amp; RECOMMANDATIONS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Priorisation et tableau de bord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sp>
        <p:nvSpPr>
          <p:cNvPr id="5" name="Content"/>
          <p:cNvSpPr/>
          <p:nvPr/>
        </p:nvSpPr>
        <p:spPr>
          <a:xfrm>
            <a:off x="685801" y="1816250"/>
            <a:ext cx="5870642" cy="2815832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Priorisation des investissements de maintenance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la base de l'Énergie Non Distribuée ( END )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de bord de suivi :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MTBF, MTTR, disponibilité, taux de maintenance préventive — suivi mensuel par TCD.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fr-FR" sz="18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 immédiate : </a:t>
            </a:r>
            <a:r>
              <a:rPr lang="fr-FR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fiche de constatation terrain modernisée, pour restaurer la traçabilité locale à Bissegué.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7A664D-C6B0-D9E2-F534-090016FB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29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6F3050D-6204-76D8-8990-AD8CF385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7" t="993" r="2060" b="362"/>
          <a:stretch>
            <a:fillRect/>
          </a:stretch>
        </p:blipFill>
        <p:spPr>
          <a:xfrm>
            <a:off x="6556443" y="1427398"/>
            <a:ext cx="4949755" cy="42972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9E7EFD7-65B6-E9D6-A876-CC71922307FA}"/>
              </a:ext>
            </a:extLst>
          </p:cNvPr>
          <p:cNvSpPr txBox="1"/>
          <p:nvPr/>
        </p:nvSpPr>
        <p:spPr>
          <a:xfrm>
            <a:off x="6882244" y="5841412"/>
            <a:ext cx="462395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Fiche de constatation exemple de Bissegué 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15A4AA9-484F-2CDC-DF83-4D0EC3FD5A14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28BA1FB8-0347-A3F6-6B78-3D67AA0E43D5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01F4DA53-7B99-84B8-2F46-AA375FAFC70A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DF257C41-9484-0AB2-5FC2-6B1694AD42E8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2A48863E-D42B-85E7-0643-7FF035115AD3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4" name="Flèche : chevron 13">
              <a:extLst>
                <a:ext uri="{FF2B5EF4-FFF2-40B4-BE49-F238E27FC236}">
                  <a16:creationId xmlns:a16="http://schemas.microsoft.com/office/drawing/2014/main" id="{97707448-10EA-3EB0-E836-BF482A845048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85800" y="274320"/>
            <a:ext cx="6000000" cy="365760"/>
          </a:xfrm>
          <a:prstGeom prst="rect">
            <a:avLst/>
          </a:prstGeom>
        </p:spPr>
        <p:txBody>
          <a:bodyPr/>
          <a:lstStyle/>
          <a:p>
            <a:r>
              <a:rPr lang="fr-FR" sz="1400" b="1" dirty="0">
                <a:solidFill>
                  <a:srgbClr val="156082"/>
                </a:solidFill>
                <a:latin typeface="Times New Roman"/>
                <a:cs typeface="Times New Roman"/>
              </a:rPr>
              <a:t>05 · APPORTS &amp; RECOMMANDATIONS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609600"/>
            <a:ext cx="10820400" cy="64008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2600" b="1" dirty="0">
                <a:solidFill>
                  <a:srgbClr val="104862"/>
                </a:solidFill>
                <a:latin typeface="Times New Roman"/>
                <a:cs typeface="Times New Roman"/>
              </a:rPr>
              <a:t>Limites et perspectives</a:t>
            </a:r>
          </a:p>
        </p:txBody>
      </p:sp>
      <p:cxnSp>
        <p:nvCxnSpPr>
          <p:cNvPr id="4" name="Rule"/>
          <p:cNvCxnSpPr/>
          <p:nvPr/>
        </p:nvCxnSpPr>
        <p:spPr>
          <a:xfrm>
            <a:off x="685800" y="1310640"/>
            <a:ext cx="10820400" cy="0"/>
          </a:xfrm>
          <a:prstGeom prst="line">
            <a:avLst/>
          </a:prstGeom>
          <a:ln w="19050">
            <a:solidFill>
              <a:srgbClr val="156082"/>
            </a:solidFill>
          </a:ln>
        </p:spPr>
      </p:cxn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FE691CD0-BF3E-D86A-3915-63F9BFB5E3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3558871"/>
              </p:ext>
            </p:extLst>
          </p:nvPr>
        </p:nvGraphicFramePr>
        <p:xfrm>
          <a:off x="331395" y="1249402"/>
          <a:ext cx="6161365" cy="4359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96188E-18DA-0022-6191-CEC198BF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30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693FDB5-F9E4-036F-C40E-AC19B4CFE3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" r="852"/>
          <a:stretch/>
        </p:blipFill>
        <p:spPr>
          <a:xfrm>
            <a:off x="6685800" y="1452321"/>
            <a:ext cx="4483873" cy="34212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6E20687-D8E7-C30F-A1F1-89A52ECEA450}"/>
              </a:ext>
            </a:extLst>
          </p:cNvPr>
          <p:cNvSpPr txBox="1"/>
          <p:nvPr/>
        </p:nvSpPr>
        <p:spPr>
          <a:xfrm>
            <a:off x="7124470" y="5015228"/>
            <a:ext cx="384833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le terrain au poste d’Angondjé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19AD26C-4327-9364-0212-B7B464EC34C9}"/>
              </a:ext>
            </a:extLst>
          </p:cNvPr>
          <p:cNvGrpSpPr/>
          <p:nvPr/>
        </p:nvGrpSpPr>
        <p:grpSpPr>
          <a:xfrm>
            <a:off x="4785360" y="274320"/>
            <a:ext cx="7007860" cy="294640"/>
            <a:chOff x="4795520" y="325120"/>
            <a:chExt cx="7007860" cy="294640"/>
          </a:xfrm>
        </p:grpSpPr>
        <p:sp>
          <p:nvSpPr>
            <p:cNvPr id="10" name="Flèche : pentagone 9">
              <a:extLst>
                <a:ext uri="{FF2B5EF4-FFF2-40B4-BE49-F238E27FC236}">
                  <a16:creationId xmlns:a16="http://schemas.microsoft.com/office/drawing/2014/main" id="{749E2AF9-DF91-8A58-EF7C-5A536F2E0120}"/>
                </a:ext>
              </a:extLst>
            </p:cNvPr>
            <p:cNvSpPr/>
            <p:nvPr/>
          </p:nvSpPr>
          <p:spPr>
            <a:xfrm>
              <a:off x="4795520" y="335280"/>
              <a:ext cx="1300480" cy="274320"/>
            </a:xfrm>
            <a:prstGeom prst="homePlate">
              <a:avLst/>
            </a:prstGeom>
            <a:solidFill>
              <a:schemeClr val="bg1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15608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Définir</a:t>
              </a: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5FE420BA-709D-95B7-F41B-65D5540B93C2}"/>
                </a:ext>
              </a:extLst>
            </p:cNvPr>
            <p:cNvSpPr/>
            <p:nvPr/>
          </p:nvSpPr>
          <p:spPr>
            <a:xfrm>
              <a:off x="616712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Mesurer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BDD48CDF-D374-13AE-E108-7564A40B689E}"/>
                </a:ext>
              </a:extLst>
            </p:cNvPr>
            <p:cNvSpPr/>
            <p:nvPr/>
          </p:nvSpPr>
          <p:spPr>
            <a:xfrm>
              <a:off x="7536180" y="335280"/>
              <a:ext cx="136652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Analyser</a:t>
              </a:r>
            </a:p>
          </p:txBody>
        </p:sp>
        <p:sp>
          <p:nvSpPr>
            <p:cNvPr id="13" name="Flèche : chevron 12">
              <a:extLst>
                <a:ext uri="{FF2B5EF4-FFF2-40B4-BE49-F238E27FC236}">
                  <a16:creationId xmlns:a16="http://schemas.microsoft.com/office/drawing/2014/main" id="{73EFD967-39F9-A44F-EF9F-3FF6A2CD2348}"/>
                </a:ext>
              </a:extLst>
            </p:cNvPr>
            <p:cNvSpPr/>
            <p:nvPr/>
          </p:nvSpPr>
          <p:spPr>
            <a:xfrm>
              <a:off x="8971280" y="335280"/>
              <a:ext cx="1300480" cy="27432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Innover</a:t>
              </a:r>
            </a:p>
          </p:txBody>
        </p:sp>
        <p:sp>
          <p:nvSpPr>
            <p:cNvPr id="14" name="Flèche : chevron 13">
              <a:extLst>
                <a:ext uri="{FF2B5EF4-FFF2-40B4-BE49-F238E27FC236}">
                  <a16:creationId xmlns:a16="http://schemas.microsoft.com/office/drawing/2014/main" id="{B1380CB7-BFE5-B559-3D32-E4B16D3CBE60}"/>
                </a:ext>
              </a:extLst>
            </p:cNvPr>
            <p:cNvSpPr/>
            <p:nvPr/>
          </p:nvSpPr>
          <p:spPr>
            <a:xfrm>
              <a:off x="10340340" y="325120"/>
              <a:ext cx="1463040" cy="294640"/>
            </a:xfrm>
            <a:prstGeom prst="chevron">
              <a:avLst/>
            </a:prstGeom>
            <a:solidFill>
              <a:srgbClr val="156082"/>
            </a:solidFill>
            <a:ln>
              <a:solidFill>
                <a:srgbClr val="10486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Contrôler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rci"/>
          <p:cNvSpPr/>
          <p:nvPr/>
        </p:nvSpPr>
        <p:spPr>
          <a:xfrm>
            <a:off x="1160331" y="2838226"/>
            <a:ext cx="9606280" cy="914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fr-FR" sz="4400" b="1" dirty="0">
                <a:solidFill>
                  <a:srgbClr val="104862"/>
                </a:solidFill>
                <a:latin typeface="Times New Roman"/>
                <a:cs typeface="Times New Roman"/>
              </a:rPr>
              <a:t>Merci pour votre attention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00AB39-5055-CE2A-CB16-DABD5927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0A16-4DBE-406B-B118-132AEF669F0B}" type="slidenum">
              <a:rPr lang="fr-FR" smtClean="0"/>
              <a:t>31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2592</Words>
  <Application>Microsoft Office PowerPoint</Application>
  <PresentationFormat>Grand écran</PresentationFormat>
  <Paragraphs>548</Paragraphs>
  <Slides>31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Vianney Aldrin MINANG</dc:creator>
  <cp:lastModifiedBy>Vianney Aldrin MINANG</cp:lastModifiedBy>
  <cp:revision>30</cp:revision>
  <dcterms:created xsi:type="dcterms:W3CDTF">2026-03-03T18:34:35Z</dcterms:created>
  <dcterms:modified xsi:type="dcterms:W3CDTF">2026-08-20T09:49:13Z</dcterms:modified>
</cp:coreProperties>
</file>